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657" r:id="rId3"/>
    <p:sldId id="5250" r:id="rId5"/>
    <p:sldId id="5288" r:id="rId6"/>
    <p:sldId id="5291" r:id="rId7"/>
    <p:sldId id="5292" r:id="rId8"/>
    <p:sldId id="5289" r:id="rId9"/>
    <p:sldId id="5295" r:id="rId10"/>
    <p:sldId id="5296" r:id="rId11"/>
    <p:sldId id="5294" r:id="rId12"/>
    <p:sldId id="5297" r:id="rId13"/>
    <p:sldId id="5293" r:id="rId14"/>
    <p:sldId id="5256" r:id="rId15"/>
    <p:sldId id="5257" r:id="rId16"/>
    <p:sldId id="5258" r:id="rId17"/>
    <p:sldId id="5264" r:id="rId18"/>
    <p:sldId id="5298" r:id="rId19"/>
    <p:sldId id="5303" r:id="rId20"/>
    <p:sldId id="5299" r:id="rId21"/>
    <p:sldId id="5300" r:id="rId22"/>
    <p:sldId id="5301" r:id="rId23"/>
    <p:sldId id="5302" r:id="rId24"/>
    <p:sldId id="5304" r:id="rId25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1pPr>
    <a:lvl2pPr marL="4559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2pPr>
    <a:lvl3pPr marL="9131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3pPr>
    <a:lvl4pPr marL="13703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4pPr>
    <a:lvl5pPr marL="18275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5250"/>
            <p14:sldId id="5288"/>
            <p14:sldId id="5291"/>
            <p14:sldId id="5292"/>
            <p14:sldId id="5289"/>
            <p14:sldId id="5295"/>
            <p14:sldId id="5296"/>
            <p14:sldId id="5294"/>
            <p14:sldId id="5297"/>
            <p14:sldId id="5293"/>
            <p14:sldId id="5256"/>
            <p14:sldId id="5257"/>
            <p14:sldId id="5258"/>
            <p14:sldId id="5264"/>
            <p14:sldId id="5298"/>
            <p14:sldId id="5303"/>
            <p14:sldId id="5299"/>
            <p14:sldId id="5300"/>
            <p14:sldId id="5301"/>
            <p14:sldId id="5302"/>
            <p14:sldId id="5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091" userDrawn="1">
          <p15:clr>
            <a:srgbClr val="A4A3A4"/>
          </p15:clr>
        </p15:guide>
        <p15:guide id="6" orient="horz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E72"/>
    <a:srgbClr val="FFE79A"/>
    <a:srgbClr val="254061"/>
    <a:srgbClr val="2C57A4"/>
    <a:srgbClr val="1B06BA"/>
    <a:srgbClr val="080808"/>
    <a:srgbClr val="339933"/>
    <a:srgbClr val="B5880B"/>
    <a:srgbClr val="E87071"/>
    <a:srgbClr val="00B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98" autoAdjust="0"/>
    <p:restoredTop sz="85864" autoAdjust="0"/>
  </p:normalViewPr>
  <p:slideViewPr>
    <p:cSldViewPr showGuides="1">
      <p:cViewPr varScale="1">
        <p:scale>
          <a:sx n="174" d="100"/>
          <a:sy n="174" d="100"/>
        </p:scale>
        <p:origin x="176" y="312"/>
      </p:cViewPr>
      <p:guideLst>
        <p:guide orient="horz" pos="3838"/>
        <p:guide pos="295"/>
        <p:guide pos="5193"/>
        <p:guide pos="3091"/>
        <p:guide orient="horz" pos="286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95.000 482.000,'0.029'0.005,"0.045"0.007,0.051 0.008,0.050 0.008,0.046 0.008,0.039 0.007,0.032 0.005,0.025 0.004,0.018 0.003,0.013 0.002,0.008 0.001,0.005 0.001,0.002 0.000,0.001 0.000,-0.001-0.000,-0.001-0.000,-0.002-0.000,0.083 0.051,0.124 0.078,0.141 0.088,0.073 0.053,0.122 0.061,0.073 0.033,0.036 0.012,0.113-0.003,0.039-0.013,-0.013-0.019,-0.048-0.022,0.159 0.107,0.061 0.048,0.008 0.011,-0.028-0.014,-0.050-0.030,-0.695-0.293,0.723 0.212,0.198 0.030,0.305 0.057,0.004-0.030,-0.074-0.049,-0.123-0.058,0.520 0.066,0.017-0.038,-0.112-0.057,-0.126-0.064,-0.208-0.062,-0.241-0.056,-0.150-0.052,-0.104-0.035,-0.125-0.028,-0.129-0.021,-0.122-0.015,-0.131-0.007,0.096-0.004,0.508-0.006,0.083-0.003,-0.020-0.001,-0.086 0.000,0.056 0.001,-0.011 0.001,-0.070 0.002,0.042 0.001,-0.099 0.002,-0.126 0.001,-0.046 0.001,-0.046 0.001,-0.078 0.001,-0.093 0.001,0.177 0.000,0.024 0.000,-0.013 0.000,-0.243-0.000,-0.056 0.000,-0.062-0.000,-0.063-0.000,0.250 0.000,0.055-0.000,0.018-0.000,-0.710-0.000,0.733 0.000,0.108-0.000,0.048-0.000,0.003-0.000,-0.808-0.000,1.083 0.000,-0.027 0.000,-0.089-0.000,0.225 0.000,0.011 0.000,-0.093-0.000,-0.151 0.000,-0.175 0.000,-0.489 0.000,-0.041 0.000,0.175 0.000,-0.093 0.000,-0.087 0.000,-0.077 0.000,-0.065 0.000,-0.024 0.000,0.034 0.000,0.059 0.000,0.169 0.000,0.082 0.000,0.030 0.000,-0.007 0.000,0.023 0.000,0.030 0.000,0.016 0.000,0.035 0.000,0.018 0.000,-0.005 0.000,-0.020 0.000,0.254 0.000,-0.001 0.000,-0.033 0.000,-0.100 0.000,-0.000 0.000,-0.040 0.000,-0.064 0.000,-0.008 0.000,-0.004 0.000,-0.032 0.000,-0.050 0.000,-0.550 0.000,0.766 0.000,0.031 0.000,-0.002 0.000,0.038 0.000,-0.045 0.000,-0.052 0.000,-0.737 0.000,0.724 0.000,-0.052 0.000,-0.075 0.000,-0.109 0.000,-0.002 0.000,-0.011 0.000,-0.016 0.000,-0.489 0.000,0.639 0.000,-0.018 0.000,-0.047 0.000,0.218 0.000,0.112 0.000,0.037 0.000,-0.040 0.000,-0.084 0.000,-0.104 0.000,-0.127 0.000,0.020 0.000,0.001 0.000,-0.013 0.000,0.252 0.000,0.013 0.000,-0.020 0.000,-0.086 0.000,0.007 0.000,-0.034 0.000,-0.060 0.000,-0.004 0.000,-0.001 0.000,-0.030 0.000,-0.049 0.000,0.150 0.000,-0.001 0.000,-0.016 0.000,-0.048 0.000,0.039 0.000,0.009 0.000,-0.013 0.000,0.079 0.000,0.032 0.000,-0.002 0.000,-0.025 0.000,0.252 0.000,0.020 0.000,-0.055 0.000,-0.100 0.000,-0.123 0.000,0.085 0.000,0.066 0.000,0.292 0.000,0.059 0.000,-0.018 0.000,-0.085 0.000,-0.011 0.000,-0.056 0.000,-0.083 0.000,0.264 0.000,-0.036 0.000,-0.083 0.000,-0.172 0.000,-0.015 0.000,-0.048 0.000,-0.067 0.000,-0.791 0.000,0.807 0.000,-0.055 0.000,-0.068 0.000,-0.072 0.000,-0.126 0.000,0.002 0.000,-0.001 0.000,0.195 0.000,0.047 0.000,0.005 0.000,-0.024 0.000,-0.725 0.000,0.797 0.000,0.011 0.000,-0.023 0.000,-0.045 0.000,0.194 0.000,0.022 0.000,-0.023 0.000,-0.123 0.000,-0.007 0.000,-0.046 0.000,-0.070 0.000,0.048 0.000,-0.051 0.000,-0.065 0.000,-0.070 0.000,-0.069 0.000,-0.532 0.000,0.510 0.000,0.099 0.000,0.445 0.000,0.110 0.000,0.025 0.000,-0.033 0.000,0.048 0.000,-0.019 0.000,-0.063 0.000,-0.089 0.000,0.191 0.000,0.009 0.000,-0.023 0.000,-1.094 0.000,1.159 0.000,-0.019 0.000,-0.067 0.000,-0.172 0.000,-0.015 0.000,-0.046 0.000,-0.064 0.000,0.098 0.000,-0.014 0.000,-0.047 0.000,-0.067 0.000,-0.076 0.000,-0.078 0.000,-0.075 0.000,-0.068 0.000,-0.561 0.000,0.868 0.000,0.113 0.000,0.037 0.000,-0.014 0.000,-0.046 0.000,-0.063 0.000,-0.846 0.000,1.059 0.000,0.088 0.000,0.005 0.000,-0.051 0.000,0.024 0.000,-0.019 0.000,-0.047 0.000,-0.993 0.000,1.158 0.000,-0.128 0.000,-0.161 0.000,-0.139 0.000,-0.115 0.000,-0.090 0.000,0.210 0.000,0.165 0.000,0.093 0.000,-1.017 0.000,1.186 0.000,-0.018 0.000,-0.075 0.000,-0.255 0.000,-0.032 0.000,-0.065 0.000,-0.085 0.000,0.142 0.000,0.027 0.000,-0.017 0.000,-0.045 0.000,0.424 0.000,0.052 0.000,-0.065 0.000,-0.104 0.000,-0.119 0.000,-0.119 0.000,-0.886 0.000,1.059 0.000,0.038 0.000,-0.057 0.000,-0.030 0.000,0.006 0.000,-0.060 0.000,-0.100 0.000,-0.100 0.000,-0.030 0.000,-0.057 0.000,-0.072 0.000,0.138 0.000,0.022 0.000,-0.004 0.000,-0.005 0.000,0.032 0.000,-0.003 0.000,-0.028 0.000,0.077 0.000,0.039 0.000,0.010 0.000,-0.010 0.000,0.145 0.000,-0.034 0.000,-0.067 0.000,-0.085 0.000,-0.807 0.000,0.829 0.000,0.000 0.000,-0.024 0.000,0.403 0.000,0.067 0.000,-0.056 0.000,-1.165 0.000,1.213 0.000,-0.040 0.000,-0.090 0.000,-1.102 0.000,0.865 0.000,-0.057 0.000,-0.067 0.000,-0.069 0.000,-0.066 0.000,0.067 0.000,0.062 0.000,0.063 0.000,0.053 0.000,0.005 0.000,-0.029 0.000,0.304 0.000,0.045 0.000,-0.003 0.000,-1.137 0.000,1.315 0.000,-0.032 0.000,-0.095 0.000,-0.282 0.000,-0.025 0.000,-0.053 0.000,-0.069 0.000,0.234 0.000,0.005 0.000,-0.057 0.000,-0.093 0.000,-0.111 0.000,0.220 0.000,0.059 0.000,-0.211 0.000,-0.042 0.000,-0.058 0.000,-0.067 0.000,-0.706 0.000,1.033 0.000,0.118 0.000,0.033 0.000,-1.092 0.000,1.597 0.000,0.055 0.000,-0.074 0.000,-0.216 0.000,-0.002 0.000,-0.056 0.000,-0.089 0.000,-0.087 0.000,-0.051 0.000,-0.083 0.000,-0.100 0.000,0.432 0.000,0.024 0.000,-0.041 0.000,0.091 0.000,-0.003 0.000,-0.061 0.000,-0.259 0.000,0.005 0.000,-0.044 0.000,-0.076 0.000,0.133 0.000,0.057 0.000,0.002 0.000,-0.036 0.000,0.138 0.000,0.039 0.000,-0.031 0.000,-0.079 0.000,0.318 0.000,0.151 0.000,0.027 0.000,-0.061 0.000,0.435 0.000,-0.040 0.000,-0.123 0.000,-0.318 0.000,-0.065 0.000,-0.115 0.000,-0.144 0.000,0.170 0.000,-0.005 0.000,-0.062 0.000,-0.096 0.000,0.319 0.000,-0.056 0.000,-0.104 0.000,-0.336 0.000,-0.024 0.000,-0.049 0.000,-0.064 0.000,-0.953 0.000,1.388 0.000,-0.023 0.000,-0.097 0.000,0.172 0.000,0.072 0.000,0.005 0.000,-0.357 0.000,-0.016 0.000,-0.035 0.000,-0.046 0.000,-1.037 0.000,1.389 0.000,-0.015 0.000,-0.086 0.000,-1.290 0.000,1.700 0.000,0.018 0.000,-0.126 0.000,-0.202 0.000,-0.256 0.000,0.010 0.000,0.046 0.000,0.048 0.000,-0.010 0.000,-0.049 0.000,0.234 0.000,-0.011 0.000,-0.055 0.000,-0.081 0.000,-1.250 0.000,1.169 0.000,-0.012 0.000,-0.054 0.000,0.268 0.000,-0.040 0.000,-0.093 0.000,-0.120 0.000,-0.022 0.000,0.001 0.000,-0.049 0.000,-0.024 0.000,0.036 0.000,-0.009 0.000,-0.040 0.000,0.206 0.000,0.053 0.000,-0.000 0.000,-0.036 0.000,-1.217 0.000,1.361 0.000,0.087 0.000,-0.009 0.000,-0.075 0.000,-1.311 0.000,1.658 0.000,-0.077 0.000,-0.146 0.000,-1.466-0.003,1.500-0.070,0.010-0.035,-0.072-0.016,-1.422 0.097,1.774-0.117,-0.045 0.011,-0.121 0.018,0.009 0.021,-0.079 0.021,-0.126 0.019,-0.111 0.018,-0.068 0.012,-0.108 0.009,-0.125 0.007,-0.059 0.005,0.001 0.003,-0.021 0.002,0.227 0.002,0.070 0.001,0.025 0.000,-0.134-0.001,0.024-0.000,-0.038-0.000,-0.079-0.000,0.266-0.000,0.054-0.000,-0.037-0.000,-0.096-0.000,0.378-0.000,-0.058-0.000,-0.140-0.000,-0.323-0.000,-0.025-0.000,-0.066-0.000,-0.092-0.000,0.396-0.000,0.017 0.000,-0.018 0.000,-1.349 0.000,1.426-0.000,-0.017 0.000,-0.071 0.000,-0.119 0.000,0.032 0.000,-0.042 0.000,-0.089 0.000,0.100 0.000,-0.039 0.000,-0.075 0.000,-0.094 0.000,0.003 0.000,-0.025 0.000,-0.057 0.000,-0.090 0.000,-0.033 0.000,-0.070 0.000,-0.091 0.000,0.484 0.000,0.109 0.000,0.021 0.000,-0.048 0.000,0.088 0.000,0.008 0.000,-0.047 0.000,0.094 0.000,-0.041 0.000,-0.089 0.000,0.007 0.000,-0.021 0.000,-0.075 0.000,-0.108 0.000,0.157 0.000,-0.057 0.000,-0.094 0.000,-0.100 0.000,-0.006 0.000,-0.034 0.000,-0.050 0.000,0.068 0.000,-0.024 0.000,-0.066 0.000,-0.090 0.000,-0.101 0.000,0.264 0.000,0.138 0.000,-0.064 0.000,0.067 0.000,0.015 0.000,-0.023 0.000,0.387 0.000,0.017 0.000,-0.069 0.000,-0.081 0.000,0.060 0.000,-0.020 0.000,-0.074 0.000,0.105-0.013,0.010-0.022,-0.056-0.027,-0.098-0.028,0.242-0.029,-0.027-0.004,-0.083 0.005,-0.115 0.011,0.216 0.005,-0.047 0.020,-0.089 0.019,0.117 0.017,-0.018 0.014,-0.100 0.011,0.166 0.009,0.064 0.006,-0.004 0.004,-0.329 0.002,-0.009 0.001,-0.046 0.001,-0.070 0.000,0.413-0.083,-0.032-0.045,-0.085-0.017,-0.280 0.030,-0.005 0.007,-0.051 0.010,-0.081 0.012,0.089 0.013,0.042 0.013,0.008 0.012,-0.016 0.011,0.416 0.006,-0.003 0.012,-0.042 0.009,0.133 0.006,-0.021 0.004,-0.115 0.002,0.095 0.001,0.024 0.000,-0.094-0.000,-0.163-0.000,-0.194-0.001,-0.009-0.001,-0.037-0.001,0.256-0.168,0.019-0.090,-0.072-0.034,0.130 0.003,-0.008 0.026,-0.093 0.038,-0.241 0.065,-0.044 0.030,-0.080 0.028,-0.099 0.025,0.096 0.019,-0.013 0.019,-0.041 0.015,-0.057 0.011,-0.900 0.009,0.929 0.001,-0.002 0.005,-0.034 0.003,0.261 0.003,0.000 0.000,-0.061-0.001,0.042-0.002,0.090-0.001,-0.006-0.001,-0.070-0.001,-0.109-0.001,0.065-0.001,0.042-0.001,0.095-0.001,0.005-0.000,-0.055-0.000,-0.093-0.000,-1.040-0.000,1.291-0.000,0.016-0.000,-0.034-0.000,-0.189 0.000,-0.001 0.000,-0.034 0.000,-0.056 0.000,0.120 0.000,-0.010 0.000,-0.046 0.000,-0.067 0.000,-0.048 0.000,-0.023 0.000,-0.054 0.000,-0.073 0.000,0.312 0.000,0.022 0.000,-0.042 0.000,-0.154 0.000,0.011 0.000,-0.018 0.000,-0.038 0.000,0.553 0.000,0.064 0.000,-0.056-0.000,0.127 0.000,-0.023 0.000,-0.113 0.000,-0.128 0.000,-0.033 0.000,-0.093 0.000,-0.127 0.000,-0.078 0.000,-0.051 0.000,-0.078 0.000,-0.091 0.000,0.097 0.000,0.029 0.000,0.007 0.000,0.074 0.000,0.084 0.000,0.013 0.000,-0.037 0.000,0.494 0.000,-0.000 0.000,-0.097 0.000,-0.360 0.000,-0.066 0.000,-0.102 0.000,-0.121 0.000,0.258 0.000,0.014 0.000,-0.055 0.000,-0.096 0.000,-0.117 0.000,0.099 0.000,0.162 0.000,0.138 0.000,0.095 0.000,0.009 0.000,-0.051 0.000,0.457 0.000,-0.041 0.000,-0.105 0.000,-0.199 0.000,-0.094 0.000,-0.139 0.000,-0.160 0.000,-0.162 0.000,0.145 0.000,0.046 0.000,-0.052 0.000,0.058 0.000,-0.001 0.000,-0.043 0.000,0.381 0.000,0.058 0.000,-0.013 0.000,-1.333 0.000,1.376 0.000,-0.052 0.000,-0.106 0.000,-0.064 0.000,0.032 0.000,-0.009 0.000,-0.037 0.000,-1.147 0.000,1.094 0.000,-0.016 0.000,-0.046 0.000,-0.065 0.000,-0.988 0.000,1.486 0.000,0.106 0.000,0.002 0.000,0.192 0.000,-0.079 0.000,-0.162 0.000,0.052 0.000,-0.072 0.000,-0.142 0.000,-0.204 0.000,-0.003 0.000,-0.046 0.000,-0.072 0.000,0.133 0.000,-0.020 0.000,-0.059 0.000,-0.081 0.000,-0.089 0.000,-0.119 0.000,0.057 0.000,0.353 0.000,0.091 0.000,0.009 0.000,-0.047 0.000,0.340 0.000,-0.078 0.000,-0.148 0.000,-0.296 0.000,0.000 0.000,-0.035 0.000,-0.058 0.000,0.116 0.000,0.017 0.000,-0.052 0.000,-0.097 0.000,0.536 0.000,0.055 0.000,-0.041 0.000,0.322 0.000,0.100 0.000,-0.045 0.000,-0.376 0.000,0.008 0.000,-0.040 0.000,-0.072 0.000,0.166 0.000,-0.027 0.000,-0.086 0.000,-0.121 0.000,-0.109 0.000,-0.055 0.000,-0.079 0.000,-0.091 0.000,0.091 0.000,0.053 0.000,0.024 0.000,0.003 0.000,-1.156 0.000,1.597 0.000,0.026 0.000,-0.056 0.000,-0.205 0.000,0.020 0.000,-0.026 0.000,-0.056 0.000,0.558 0.000,-0.019 0.000,-0.112 0.000,0.036 0.000,0.178 0.000,0.043 0.000,-0.051 0.000,0.547 0.000,-0.051 0.000,-0.154 0.000,-0.536 0.000,-0.073 0.000,-0.118 0.000,-0.144 0.000,0.324 0.000,0.031 0.000,-0.052 0.000,-0.124 0.000,-0.021 0.000,-0.077 0.000,-0.112 0.000,-1.321 0.000,1.451 0.000,0.015 0.000,-0.050 0.000,-0.092 0.000,-1.329 0.000,1.883 0.000,0.016 0.000,-0.044 0.000,0.146 0.000,-0.000 0.000,-0.090 0.000,-0.417 0.000,-0.010 0.000,-0.055 0.000,-0.083 0.000,0.158 0.000,-0.032 0.000,-0.089 0.000,-0.122 0.000,-1.301 0.000,1.764 0.000,0.129 0.000,0.014 0.000,-0.296 0.000,-0.021 0.000,-0.065 0.000,-0.093 0.000,0.514 0.000,-0.104 0.000,-0.193 0.000,0.215-0.028,0.029-0.043,-0.088-0.048,-0.432 0.012,-0.033-0.003,-0.060 0.004,-0.076 0.008,0.036-0.002,0.006-0.010,-0.015-0.014,-0.029-0.016,0.404-0.030,-0.015 0.009,-0.105 0.018,-0.186 0.038,0.002 0.017,-0.061 0.016,-0.101 0.015,-1.149 0.045,1.425-0.032,-0.031 0.014,-0.104 0.011,-0.145 0.009,0.305-0.092,0.085-0.075,-0.011-0.060,0.211-0.039,-0.039 0.009,-0.112 0.028,0.131 0.037,0.019 0.040,-0.052 0.038,0.049-0.050,-0.061-0.016,-0.124 0.006,-0.350 0.050,-0.031 0.016,-0.076 0.017,-0.103 0.017,0.290-0.066,-0.057-0.021,-0.123-0.001,-0.156 0.012,-0.166 0.020,-0.206 0.043,0.018 0.015,0.398-0.061,0.123-0.021,0.050-0.003,-0.001 0.009,0.237 0.010,0.021 0.023,-0.068 0.024,-0.098 0.029,-0.017 0.017,-0.076 0.015,-0.112 0.012,0.287 0.009,-0.040 0.010,-0.079 0.007,-0.150 0.004,-0.032 0.002,-0.095 0.001,-0.132 0.001,-0.148 0.000,0.093 0.000,-0.029-0.001,-0.049-0.001,0.375-0.001,0.084-0.001,-1.212-0.002,1.245 0.001,0.084-0.001,0.034-0.000,-0.237-0.000,-0.042-0.000,-0.075-0.000,-0.094-0.000,0.279-0.000,0.027-0.000,-0.048 0.000,-0.095 0.000,-0.064 0.000,-0.066 0.000,-0.080 0.000,-0.897 0.000,0.874-0.000,-0.025 0.000,-0.053 0.000,-0.068 0.000,0.176 0.000,0.008 0.000,-0.031 0.000,-0.110 0.000,0.013 0.000,-0.019 0.000,-0.040 0.000,-0.743 0.000,0.962 0.000,0.072 0.000,0.004 0.000,-0.043 0.000,0.059 0.000,-0.094 0.000,-0.099 0.000,-0.134 0.000,-0.004 0.000,-0.026 0.000,-0.041 0.000,-0.673 0.000,0.991 0.000,0.007 0.000,-0.041 0.000,-0.949 0.000,0.971 0.000,0.002 0.000,-0.015 0.000,-0.181 0.000,-0.067 0.000,-0.073 0.000,-0.071 0.000,0.030 0.000,-0.043 0.000,-0.060 0.000,-0.034 0.000,0.023 0.000,-0.005 0.000,-0.535 0.000,0.584 0.000,-0.017 0.000,-0.040 0.000,-0.053 0.000,0.019 0.000,0.016 0.000,-0.011 0.000,-0.030 0.000,-0.478 0.000,0.758 0.000,0.057 0.000,-0.010 0.000,0.032 0.000,0.004 0.000,-0.047 0.000,-0.077 0.000,-0.687 0.000,0.538 0.000,-0.006 0.000,-0.006 0.000,0.280 0.000,-0.027 0.000,-0.069 0.000,-0.148 0.000,-0.035 0.000,-0.051 0.000,-0.059 0.000,0.099 0.000,0.014 0.000,-0.022 0.000,-0.043 0.000,-0.509 0.000,0.551 0.000,-0.020 0.000,-0.037 0.000,-0.046 0.000,-0.048 0.000,-0.046 0.000,-0.107 0.000,-0.031 0.000,-0.027 0.000,-0.023 0.000,0.167 0.000,0.072 0.000,0.055 0.000,0.074-0.015,0.073-0.024,0.005-0.029,-0.041-0.030,0.115-0.029,0.012-0.002,-0.005 0.008,-0.663 0.098,0.744-0.114,-0.034-0.023,-0.066-0.029,-0.114 0.037,0.011 0.007,-0.016 0.013,-0.035 0.016,-0.033 0.017,-0.029 0.017,-0.025 0.016,-0.021 0.015,0.117 0.012,0.033 0.012,-0.005 0.010,-0.030 0.008,0.197 0.006,0.064 0.005,0.022 0.003,0.195 0.002,0.014 0.001,-0.061-0.000,-0.185-0.002,-0.009-0.001,-0.041-0.001,-0.061-0.001,-0.018-0.001,-0.041-0.001,-0.055-0.000,-0.061-0.000,0.041-0.000,-0.007-0.000,-0.014-0.000,-0.018-0.000,0.199-0.000,0.007-0.000,-0.026-0.000,-0.043 0.000,-0.037 0.000,0.004 0.000,-0.027 0.000,0.033 0.000,-0.003 0.000,-0.028 0.000,0.063 0.000,0.016 0.000,-0.018 0.000,-0.040 0.000,0.053 0.000,0.009 0.000,-0.023 0.000,-0.043 0.000,-0.555 0.000,0.608 0.000,-0.025 0.000,-0.039 0.000,-0.046 0.000,-0.047 0.000,-0.045 0.000,0.093 0.000,0.600 0.000,0.087 0.000,-0.038 0.000,-0.113 0.000,-0.151 0.000,-0.278 0.000,-0.038 0.000,0.096 0.000,0.004 0.000,-0.029 0.000,-0.050 0.000,0.058 0.000,0.023 0.000,-0.002 0.000,-0.019 0.000,0.343 0.000,0.041 0.000,-0.020 0.000,0.000 0.000,-0.071 0.000,-0.109 0.000,-0.071 0.000,0.018 0.000,-0.030 0.000,-0.060 0.000,0.111 0.000,0.010 0.000,-0.025 0.000,-0.047 0.000,0.045 0.000,-0.048 0.000,-0.073 0.000,0.324 0.000,0.124 0.000,0.025 0.000,-0.241 0.000,-0.059 0.000,-0.070 0.000,-0.073 0.000,0.116 0.000,0.057 0.000,0.036 0.000,-0.841 0.000,0.958 0.000,0.062 0.000,-0.003 0.000,-0.047 0.000,0.301 0.000,-0.022 0.000,-0.081 0.000,0.419 0.000,0.525 0.000,0.546 0.000,0.401 0.000,0.028 0.000,-0.205 0.000,-2.531 0.000,1.856 0.000,-0.127 0.000,-0.185 0.000,-0.215 0.000,0.316 0.000,-0.152 0.000,-0.128 0.000,-0.403 0.000,-0.047 0.000,-0.073 0.000,-0.086 0.000,0.358 0.000,-0.076 0.000,-0.126 0.000,-1.215 0.000,1.164 0.000,0.023 0.000,0.005 0.000,0.126 0.000,0.149 0.000,0.056 0.000,-0.010 0.000,0.368 0.000,-0.131 0.000,-0.223 0.000,-0.244 0.000,0.042 0.000,-0.016 0.000,-0.056 0.000,0.164 0.000,-0.021 0.000,-0.084 0.000,-0.122 0.000,0.019 0.000,0.031 0.000,-0.020 0.000,-0.053 0.000,0.664 0.000,0.145 0.000,0.040 0.000,-0.135 0.000,-0.017 0.000,-0.104 0.000,-0.154 0.000,0.045 0.000,-0.128 0.000,-0.166 0.000,-0.050 0.000,0.002 0.000,-0.036 0.000,-1.204 0.000,2.018 0.000,0.131 0.000,-0.077 0.000,-0.195 0.000,0.129 0.089,0.047 0.046,-0.149 0.212,-0.023 0.140,-0.139 0.072,-0.206 0.023,-0.235-0.011,0.259-0.026,0.092-0.072,0.427-0.081,0.168-0.081,-0.010-0.075,-0.224-0.083,0.028-0.041,-0.068-0.034,-0.131-0.028,0.210-0.022,-0.014-0.019,-0.077-0.013,-0.115-0.009,0.104-0.005,0.008-0.003,-0.058-0.001,-0.098 0.001,0.655 0.083,0.035 0.048,-0.105 0.020,-0.036-0.007,-0.014-0.008,-0.109-0.014,0.159 0.036,0.208 0.023,0.054 0.006,-0.052-0.006,0.751 0.011,-0.099-0.026,-0.278-0.028,-0.707-0.041,-0.122-0.016,-0.177-0.014,-0.206-0.012,0.638-0.008,-0.084-0.012,-0.191-0.009,-1.519-0.004,1.431-0.003,0.062-0.002,-0.009-0.001,0.165-0.000,0.060-0.000,-0.073 0.000,-0.159 0.001,0.682 0.000,-0.034 0.001,-0.195 0.001,-0.456 0.001,0.001 0.000,-0.089 0.000,-0.146 0.000,0.327 0.000,0.160 0.000,0.035 0.000,-0.054 0.000,0.973 0.000,-0.075 0.000,-0.229 0.000,-0.301 0.000,-2.478-0.000,2.009 0.000,0.022-0.000,0.079-0.000,0.092-0.000,-0.003-0.000,-0.068 0.000,0.273-0.000,-0.009 0.000,-0.092 0.000,-0.143-0.000,-0.102 0.000,-0.038 0.000,-0.097 0.000,-0.132 0.000,0.647 0.000,-0.080 0.000,-0.153 0.000,-0.379 0.000,-0.062 0.000,-0.135 0.000,-0.177 0.000,0.650 0.000,0.061 0.000,-0.078 0.000,-0.387 0.000,0.037 0.000,-0.043 0.000,-0.096 0.000,0.902 0.000,0.221 0.000,0.011 0.000,-0.124 0.000,0.517-0.045,0.017-0.068,-0.803 0.007,-0.062-0.007,-0.127 0.001,-0.165 0.007,0.416-0.008,-0.265 0.018,-0.316 0.019,-0.323 0.018,-0.301 0.016,-0.290 0.017,0.082 0.007,0.307 0.005,0.115 0.005,0.042 0.004,-0.011 0.003,0.366 0.003,-0.066 0.002,-0.112 0.001,-1.742-0.004,1.642 0.004,-0.081-0.000,-0.136-0.000,-0.163-0.001,0.042-0.000,-0.109-0.001,-0.141-0.001,0.067-0.000,-0.122-0.000,-0.167-0.000,-0.151-0.000,0.041-0.000,-0.006-0.000,-0.039-0.000,0.060-0.000,0.019-0.000,-0.010 0.000,-0.030 0.000,0.388-0.000,-0.015 0.000,-0.081 0.000,-0.038 0.000,-0.015 0.000,-0.057 0.000,-0.079 0.000,-0.101 0.000,-0.043 0.000,-0.057 0.000,0.120 0.000,-0.062 0.000,-0.088 0.000,-0.097 0.000,0.029 0.000,-0.050 0.000,-0.149 0.000,-0.005 0.000,-0.018 0.000,-0.026 0.000,0.242 0.000,0.017 0.000,-0.042 0.000,-0.100 0.000,-0.037 0.000,-0.060 0.000,-0.071 0.000,-0.077 0.000,-0.059 0.000,-0.051 0.000,0.128 0.000,0.019 0.000,0.001 0.000,-0.010 0.000,0.074 0.000,0.029 0.000,-0.122 0.000,0.009 0.000,-0.012 0.000,-0.026 0.000,1.753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348.000 546.000,'0.032'0.000,"0.049"0.000,0.057 0.000,0.058 0.000,0.054 0.000,0.048 0.000,0.040 0.000,0.013 0.000,-0.005 0.000,-0.017 0.000,-0.023 0.000,-0.025 0.000,-0.024 0.000,0.034 0.000,0.042 0.000,0.054 0.000,0.194 0.089,0.271 0.085,0.267 0.077,0.248 0.067,0.549 0.040,0.294-0.004,0.139-0.026,0.395 0.053,0.017-0.009,-0.119-0.033,-0.197-0.046,-0.083-0.061,-0.081-0.046,-0.155-0.043,-0.194-0.038,-1.522-0.086,1.917 0.052,-0.026-0.030,-0.125-0.022,-0.284-0.014,-0.001-0.007,-0.087-0.005,0.677-0.006,0.037-0.002,-0.105-0.000,-0.274 0.003,0.103 0.001,0.019 0.001,-0.041 0.001,0.603 0.000,-0.118 0.002,-0.232 0.001,-0.284 0.001,0.139 0.001,0.190 0.001,0.050 0.000,-2.013 0.000,2.599 0.000,-0.064 0.000,-0.215 0.000,-0.303 0.000,-0.042-0.000,-0.105 0.000,-0.244-0.000,-0.082-0.000,-0.115-0.000,-0.132 0.000,0.115-0.013,0.068-0.022,0.032-0.027,0.005-0.028,0.780-0.075,0.083-0.046,-0.027-0.039,-0.387 0.037,-0.030 0.011,-0.094 0.020,-0.132 0.024,-1.762 0.124,1.757-0.088,0.020 0.023,-0.021 0.021,1.008-0.079,0.039-0.021,-0.182 0.003,-0.299 0.017,-0.407-0.007,0.072-0.018,-0.014-0.003,0.543-0.042,0.342-0.019,0.152-0.000,0.011 0.013,0.100-0.085,-0.057-0.042,-0.163-0.010,-0.228 0.013,0.427-0.025,-0.253 0.053,-0.310 0.058,-0.218 0.065,-0.181 0.048,-0.245 0.042,-0.271 0.035,-0.200 0.018,-0.020-0.003,-0.049-0.012,-0.066-0.018,0.632-0.033,0.036 0.004,-0.076 0.013,-0.139 0.017,0.346 0.016,0.092 0.019,-0.030 0.018,-0.051 0.013,-0.110 0.011,-0.535 0.009,-0.084 0.004,-0.118 0.003,-0.135 0.002,-1.232-0.003,1.903-0.116,0.091-0.081,-0.003-0.061,-0.411 0.043,-0.015 0.005,-0.074 0.015,-0.111 0.021,0.295 0.007,-0.015 0.031,-0.067 0.030,-0.097 0.027,-0.109 0.023,-0.146 0.023,0.124 0.011,0.480 0.008,0.118 0.009,0.014 0.006,-0.057 0.004,0.215 0.003,-0.027 0.002,-0.101 0.000,-0.142-0.000,0.519 0.000,-0.014-0.001,-0.120-0.002,-0.174-0.001,0.636-0.001,0.327-0.001,0.006-0.001,-0.197-0.001,-0.309-0.000,-0.356-0.000,-0.357-0.000,0.594-0.000,0.092-0.000,0.242 0.000,0.041 0.000,-0.101 0.000,0.262 0.000,-0.100 0.000,-0.216 0.000,-0.282 0.000,0.402 0.000,-0.189 0.000,-0.225 0.000,0.108 0.000,-0.032 0.000,-0.115 0.000,-2.188 0.000,2.263 0.000,-0.013 0.000,-0.071 0.000,-0.035 0.000,0.037 0.000,-0.027 0.000,-0.042 0.000,-0.031 0.000,-0.109 0.000,-0.153 0.000,0.327 0.000,-0.085 0.000,-0.155 0.000,-0.133 0.000,0.193 0.000,0.069 0.000,-0.021 0.000,-1.921 0.000,2.766 0.000,-0.029 0.000,-0.157 0.000,-0.395 0.000,-0.083 0.000,-0.161 0.000,-0.204 0.000,-0.219 0.000,0.046 0.000,0.052 0.000,0.882 0.000,0.049 0.000,-0.161 0.000,-0.274 0.000,-2.220 0.000,1.918 0.000,-0.087 0.000,-0.192 0.000,0.048 0.000,-0.029 0.000,-0.081 0.000,0.318-0.017,-0.026-0.026,-0.091-0.031,-0.127-0.032,-1.689 0.083,2.017-0.114,-0.023 0.003,-0.079 0.013,0.116 0.018,-0.024 0.020,-0.109 0.019,-0.282 0.022,-0.052 0.011,-0.110 0.010,-0.142 0.008,-0.155 0.006,-0.010-0.043,0.138-0.029,0.520-0.031,0.116-0.008,-0.018 0.002,-0.108 0.008,-0.056 0.017,-0.029 0.012,-0.095 0.013,-0.136 0.012,0.712 0.004,0.027 0.015,-0.095 0.012,0.040 0.010,0.010 0.006,-0.113 0.004,0.025 0.003,-0.020 0.002,-0.130 0.001,-0.194 0.000,-0.090-0.000,0.026-0.000,-0.055-0.000,-0.109-0.000,0.046-0.000,-0.008-0.000,-0.045-0.000,-0.069-0.000,0.065-0.000,-0.006-0.000,-0.054-0.000,-0.085-0.000,0.546-0.000,0.120-0.000,0.042-0.000,0.202 0.000,0.189 0.000,-0.000 0.000,-0.129 0.000,0.389 0.000,-0.083 0.000,-0.182 0.000,-0.319 0.000,-0.114 0.000,-0.164 0.000,-0.189 0.000,0.388 0.000,0.012 0.000,-0.079 0.000,-1.942 0.000,2.350 0.000,0.007 0.000,-0.123 0.000,0.227 0.000,0.004 0.000,-0.134 0.000,-0.229 0.068,-0.100 0.040,-0.194 0.019,-0.242 0.004,-0.258-0.006,-1.412-0.096,1.748 0.142,0.283 0.019,0.107-0.009,0.073-0.009,-0.048-0.015,-0.129-0.019,0.804 0.087,-0.044 0.013,-0.182-0.012,-0.535-0.063,-0.039-0.020,-0.117-0.022,-0.164-0.022,-1.637-0.077,1.895 0.056,-0.025-0.020,-0.114-0.017,-0.168-0.014,0.183-0.011,-0.042-0.009,-0.110-0.007,-0.147-0.004,-0.240-0.001,0.017-0.001,-0.024-0.000,0.722-0.002,0.077 0.000,-0.064 0.001,-0.149 0.001,0.494 0.001,0.113 0.001,-0.036 0.001,-2.342 0.002,2.238-0.001,0.052 0.000,-0.062 0.000,-2.167 0.000,3.174-0.000,0.144 0.000,-0.101 0.000,-0.981 0.000,-0.253 0.000,-0.274 0.000,-0.273 0.000,0.463 0.000,-0.046-0.000,-0.137-0.000,0.447 0.000,0.031 0.000,-0.132-0.000,-2.168-0.000,2.671 0.000,0.115-0.000,-0.121 0.000,-0.395 0.000,-0.053 0.000,-0.153 0.000,-0.212 0.000,0.680 0.000,0.035 0.000,-0.096 0.000,0.278 0.000,-0.018 0.000,-0.198 0.000,-0.325 0.000,-0.001 0.000,-0.103 0.000,-0.166 0.000,0.621 0.000,-0.041 0.000,-0.167 0.000,0.014 0.000,0.091 0.000,-0.071 0.000,-0.172 0.000,-0.084 0.000,-0.241 0.000,-0.232 0.000,0.027 0.000,0.108 0.000,0.011 0.000,-0.056 0.000,0.219 0.000,0.060 0.000,0.006 0.000,0.481 0.000,-0.021 0.000,-0.134 0.000,-0.194 0.000,-0.437 0.000,-0.012 0.000,-0.039 0.000,0.382 0.000,0.026 0.000,-0.072 0.000,-0.131 0.000,0.064 0.000,-0.001 0.000,-0.072 0.000,0.748 0.000,0.158 0.000,-0.010 0.000,-0.470 0.000,0.039 0.000,-0.071 0.000,-0.143 0.000,0.751 0.000,0.292 0.000,0.068 0.000,-0.088 0.000,0.789 0.000,-0.134 0.000,-0.276 0.000,0.079 0.000,-0.128 0.000,-0.245 0.000,-0.586 0.000,-0.100 0.000,-0.160 0.000,-0.191 0.000,-0.063 0.000,-0.000 0.000,-0.060 0.000,-0.099 0.000,0.564 0.000,-0.032 0.000,-0.132 0.000,-0.186 0.000,-0.506 0.000,0.015 0.000,0.001 0.000,-1.649 0.000,2.580 0.000,0.019 0.000,-0.085 0.000,-0.182 0.000,-0.024 0.000,-0.140 0.000,-0.206 0.000,-0.188 0.000,-0.017 0.000,-0.082 0.000,-0.122 0.000,0.841 0.000,0.052 0.000,-0.107 0.000,-2.349 0.000,2.486 0.000,0.088 0.000,-0.063 0.000,-0.155 0.000,-0.155 0.000,0.017 0.000,0.160 0.000,0.008 0.000,-0.094 0.000,-0.158 0.000,0.596 0.000,-0.073 0.000,-0.173 0.000,-0.476 0.000,-0.080 0.000,-0.127 0.000,-0.151 0.000,0.498 0.000,-0.085 0.000,-0.187 0.000,0.101 0.000,0.019 0.000,-0.034 0.000,-0.363 0.000,0.067 0.000,0.009 0.000,-0.032 0.000,0.242 0.000,0.021 0.000,-0.042 0.000,-0.083 0.000,0.163 0.013,0.110 0.022,-0.022 0.027,-0.112 0.028,0.514 0.037,-0.021 0.004,-0.084-0.007,0.392-0.007,0.018-0.019,-0.096-0.020,-0.562-0.028,-0.000-0.011,-0.060-0.010,-0.098-0.008,-1.884-0.016,2.445 0.009,0.002-0.007,-0.074-0.005,-0.122-0.003,0.038-0.002,-0.056-0.001,-0.116-0.000,-0.044 0.000,0.039 0.000,-0.010 0.000,-0.043 0.000,0.907-0.000,0.015 0.001,-0.121 0.001,0.251 0.000,0.041 0.000,-0.092 0.000,-0.304 0.000,0.205 0.000,0.033 0.000,-0.087 0.000,0.140 0.000,-0.030 0.000,-0.145 0.000,-0.218 0.000,0.049 0.000,-0.087 0.000,-0.177 0.000,-0.230-0.000,0.784 0.000,-0.031 0.000,-0.092 0.000,-0.468-0.000,0.136 0.000,0.062 0.000,0.007 0.000,0.354 0.000,0.150 0.000,0.001 0.000,-0.102 0.000,0.693 0.000,-0.040 0.000,-0.242 0.000,-0.358 0.000,-0.033 0.000,-0.104 0.000,-0.187 0.000,-0.150 0.000,0.039 0.000,-0.037 0.000,-0.088 0.000,-2.351 0.000,3.185 0.000,0.077 0.000,-0.048 0.000,-0.185 0.000,0.135 0.000,-0.060 0.000,-0.192 0.000,0.151 0.000,-0.043 0.000,-0.176 0.000,-0.259 0.000,0.292 0.000,-0.150 0.000,-0.253 0.000,-0.307 0.000,-0.323 0.000,0.121 0.000,0.138 0.000,0.605 0.027,0.134 0.043,-0.060 0.051,-0.182 0.052,-0.250 0.049,0.460 0.028,0.247-0.006,0.673-0.009,0.109-0.035,-0.092-0.038,-0.574-0.052,-0.074-0.024,-0.203-0.022,-0.279-0.018,0.688-0.013,-0.184-0.016,-0.324-0.011,0.007-0.007,-0.041-0.004,-0.210-0.002,-1.971 0.004,1.441-0.004,-0.131 0.000,-0.190 0.000,-0.222 0.001,-1.694 0.004,2.195-0.004,-0.171 0.001,-0.234 0.001,-1.442 0.002,1.015-0.001,-0.044 0.001,-0.077 0.000,0.328 0.000,-0.080 0.000,-0.162 0.000,-0.203 0.000,0.036-0.021,0.031-0.034,-0.046-0.041,-0.076-0.009,-0.008-0.006,-0.063 0.001,-0.098 0.007,0.043 0.010,-0.021 0.012,-0.065 0.013,-0.092 0.012,0.240 0.006,-0.054 0.014,-0.094 0.011,-0.257 0.010,-0.081 0.005,-0.098 0.004,-0.105 0.003,-0.051 0.002,-0.064 0.002,-0.069 0.001,-0.069 0.000,-0.040 0.000,-0.067-0.000,-0.059-0.000,-0.050-0.000,0.018-0.000,-0.035-0.001,-0.023-0.001,-0.052-0.024,-0.045-0.036,-0.046-0.041,-0.043-0.042,-0.038-0.038,-0.032-0.034,-0.026-0.028,-0.020-0.022,-0.014-0.017,-0.010-0.012,-0.007-0.025,-0.004-0.009,-0.001-0.006,0.002-0.005,0.001-0.034,0.001-0.015,0.001-0.002,0.001 0.028,0.001 0.010,0.001 0.012,0.001 0.013,0.014-0.013,0.022-0.031,0.027-0.042,0.029-0.047,0.111-0.632,0.046-0.297,0.011-0.112,0.032-0.140,0.013 0.029,0.010 0.069,0.057 0.170,0.009 0.182,-0.025 0.190,-0.044 0.179,-0.043 0.023,-0.059 0.064,-0.063 0.142,-0.039 0.081,-0.033 0.079,-0.026 0.072,-0.020 0.062,-0.015 0.051,-0.010 0.040,-0.007-0.008,-0.004-0.038,-0.002-0.055,0.000-0.013,0.001-0.002,0.001 0.011,0.001 0.019,0.001 0.023,0.001 0.024,0.001 0.023,0.001-0.041,0.001-0.046,0.001-0.058,0.001-0.008,0.000-0.064,0.000-0.048,0.000-0.034,0.000-0.041,0.000 0.012,0.000 0.026,0.000 0.034,0.000 0.001,0.000 0.062,-0.000 0.062,0.000 0.057,-0.000 0.050,0.000 0.042,0.000 0.034,-0.000 0.026,0.000-0.009,0.000-0.030,0.000-0.042,0.000-0.046,0.000-0.045,0.000-0.042,0.000-0.052,0.000-0.009,0.000 0.003,-0.084-0.158,-0.045-0.076,-0.017-0.019,0.028 0.139,0.007 0.020,0.011 0.024,0.073 0.378,-0.165-0.717,-0.019-0.074,0.006 0.003,0.014 0.046,0.031 0.126,0.033 0.140,0.031 0.136,0.027 0.122,0.023 0.102,0.018 0.081,0.013 0.061,0.009 0.043,0.006 0.029,0.004 0.017,0.002 0.009,0.000 0.003,-0.000-0.001,-0.001-0.003,-0.001-0.004,-0.001-0.004,-0.001-0.004,-0.001-0.004,-0.001-0.003,-0.000-0.002,-0.000-0.002,-0.000-0.001,-0.000-0.001,-0.000-0.000,0.000-0.000,-0.000-0.000,0.000 0.000,0.000 0.000,0.000 0.000,0.000 0.000,0.000 0.000,0.000 0.000,0.000 0.000,0.000 0.000,0.000 0.000,0.000 0.000,0.000 0.000,0.000 0.000,0.000 0.000,0.000 0.000,0.000-0.000,0.000-0.000,0.000-0.001,0.000-0.001,0.000-0.001,0.000-0.000,0.000-0.000,0.000-0.000,0.000-0.000,0.000-0.000,0.000-0.000,0.000-0.000,0.000-0.000,0.000 0.000,0.000 0.000,0.000 0.000,0.000 0.000,0.000 0.000,0.000 0.000,0.000 0.000,0.000 0.000,0.000 0.000,0.000 0.000,0.000 0.000,0.000 0.000,0.000 0.000,0.000 0.000,0.000 0.000,0.000 0.000,0.000-0.000,0.000 0.000,0.000 0.000,0.000 0.000,0.000 0.000,0.000-0.000,0.000 0.000,0.000 0.000,0.000-0.000,0.000 0.000,0.000 0.000,0.000 0.000,0.000 0.000,0.000-0.000,0.000 0.000,0.000 0.000,0.000-0.000,0.000 0.000,0.000 0.000,0.000 0.000,0.000 0.000,0.000-0.000,0.000 0.000,0.000 0.000,0.000-0.000,0.000 0.000,0.000 0.000,0.000 0.000,0.000 0.000,0.000-0.000,0.000 0.000,0.000 0.000,0.000-0.000,0.000 0.000,0.000 0.000,0.000 0.000,0.000 0.000,0.000-0.000,0.000 0.000,0.000 0.000,0.000-0.000,0.000 0.000,0.000 0.000,0.000 0.000,0.000 0.000,0.000-1.066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316.000 494.000,'0.004'0.011,"0.006"0.017,0.006 0.019,0.006 0.018,0.005 0.016,0.005 0.014,0.004 0.011,0.003 0.008,0.002 0.006,0.001 0.004,0.001 0.002,0.000 0.001,0.000 0.000,0.000-0.000,-0.000-0.000,-0.000-0.001,-0.000-0.001,-0.000-0.001,-0.000-0.000,-0.000-0.000,-0.000-0.000,-0.000-0.000,-0.000-0.000,-0.000-0.000,0.003 0.009,0.016 0.049,0.020 0.059,0.021 0.062,0.020 0.060,0.003 0.024,-0.004 0.013,-0.010-0.000,-0.013-0.009,-0.076-0.302,0.090 0.430,0.020 0.060,0.028 0.045,0.046 0.162,0.032 0.064,0.028 0.024,-0.013 0.088,-0.023 0.010,-0.032-0.057,-0.036-0.095,-0.035-0.111,-0.032-0.112,0.084 0.174,0.074 0.193,0.051 0.123,0.033 0.067,-0.248-0.854,0.448 1.479,0.097 0.295,0.047 0.134,0.010 0.016,0.141 0.413,-0.024-0.111,-0.063-0.232,-0.084-0.293,-0.092-0.313,-0.091-0.304,-0.083-0.277,-0.073-0.240,0.340 0.385,0.147 0.121,0.028-0.018,-0.049-0.103,-0.093-0.148,-0.560-0.890,0.414 0.749,-0.026 0.011,-0.032-0.018,-0.035-0.037,-0.346-0.705,0.567 1.021,-0.007-0.064,-0.064-0.128,-0.092-0.156,-0.101-0.158,-0.098-0.146,-0.255-0.480,0.291 0.428,0.054 0.017,0.032-0.003,-0.007-0.039,-0.005-0.029,-0.014-0.033,-0.019-0.034,-0.054 0.001,-0.040 0.008,-0.044-0.004,-0.044-0.011,0.016 0.169,-0.014 0.020,0.002-0.010,-0.171-0.478,0.235 0.393,0.037-0.047,0.015-0.049,0.000-0.046,-0.009-0.041,-0.056-0.066,0.038 0.031,0.227 0.179,0.026-0.020,-0.003-0.049,-0.143-0.107,-0.043-0.021,-0.049-0.015,-0.051-0.011,-0.025 0.066,-0.027 0.032,-0.016 0.016,-0.008 0.005,0.032 0.029,0.011-0.046,0.015-0.056,0.016-0.057,0.015-0.054,0.014-0.048,-0.035-0.036,0.024-0.001,0.029 0.008,0.030 0.013,0.074 0.024,-0.011-0.007,-0.026-0.014,-0.034-0.017,-0.037-0.018,-0.036-0.018,-0.032-0.016,-0.018-0.018,-0.028-0.020,-0.023-0.018,-0.018-0.016,-0.013-0.013,-0.009-0.010,-0.006-0.007,-0.004-0.005,-0.002-0.003,-0.000-0.002,0.000-0.001,0.001-0.000,0.001 0.000,0.001 0.000,0.001 0.001,0.001 0.001,-0.011-0.007,-0.015-0.013,-0.017-0.014,-0.017-0.014,-0.016-0.013,-0.014-0.011,-0.011-0.009,-0.009-0.007,-0.007-0.006,-0.005-0.004,-0.003-0.003,-0.002-0.002,-0.000 0.014,-0.000-0.031,-0.000-0.038,0.000-0.041,0.000-0.047,0.000-0.017,0.000-0.007,0.000 0.000,0.000-0.037,0.000 0.003,0.000 0.005,0.000 0.005,0.000 0.044,0.000 0.049,0.000 0.048,0.000 0.043,0.000 0.037,0.000 0.030,0.000 0.023,-0.000 0.017,0.000 0.012,-0.000 0.007,0.000 0.004,-0.000 0.002,0.000 0.000,0.000-0.001,-0.000-0.001,0.000-0.001,0.000-0.002,0.000-0.022,0.000-0.032,0.000-0.035,0.000-0.034,0.000-0.031,0.000-0.026,0.000-0.021,-0.017 0.022,-0.026-0.008,-0.031-0.006,-0.032-0.005,-0.021-0.010,-0.001 0.008,0.009 0.011,0.015 0.012,0.017 0.012,0.017 0.011,0.012-0.003,0.017 0.022,0.014 0.021,0.011 0.019,0.008 0.016,0.005 0.013,0.003 0.010,0.002 0.007,0.001 0.005,0.000 0.003,-0.000 0.002,-0.001 0.001,-0.001 0.000,-0.001-0.000,-0.001-0.001,-0.001-0.001,-0.000-0.001,-0.000-0.001,-0.000-0.000,-0.000-0.000,-0.000-0.000,-0.000-0.000,0.000-0.009,-0.000-0.029,0.000-0.033,0.000-0.034,0.000-0.032,0.000-0.028,0.000 0.202,-0.000-0.321,0.000-0.036,0.000-0.002,0.000 0.020,0.000 0.031,0.000 0.035,0.000 0.038,0.000 0.039,0.000 0.035,0.000 0.030,0.000 0.024,0.000 0.018,0.000 0.013,0.000 0.009,0.000 0.006,0.000 0.003,0.000 0.001,0.000 0.000,0.000-0.001,0.000-0.001,0.000-0.001,0.000-0.001,0.000-0.001,0.000-0.006,0.000-0.017,0.000-0.019,0.000-0.019,0.000-0.018,0.000-0.016,0.000-0.013,0.000-0.010,-0.003-0.006,-0.004 0.021,-0.004 0.027,-0.004 0.028,-0.004 0.026,-0.003 0.023,-0.003 0.019,-0.002 0.015,-0.001 0.011,-0.001 0.008,-0.001 0.005,-0.000 0.003,-0.000 0.002,0.000 0.000,0.000-0.000,0.000-0.001,0.000-0.001,0.000-0.001,0.000-0.001,0.000-0.001,0.000-0.001,0.000-0.000,0.000-0.000,0.000-0.000,0.000-0.000,0.000-0.000,0.000 0.000,0.000-0.000,0.000 0.000,0.000 0.000,0.000 0.000,0.000 0.000,0.000 0.000,-0.000 0.000,-0.013-0.025,-0.018-0.037,-0.021-0.041,-0.020-0.040,-0.018-0.036,-0.015-0.030,0.011 0.008,0.011 0.002,0.016 0.009,0.018 0.012,0.017 0.013,0.016 0.013,-0.000-0.476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1240.000 545.000,'0.000'0.091,"0.000"0.141,0.000 0.160,0.000 0.159,0.000 0.146,0.000 0.125,0.000 0.103,0.000 0.080,0.000 0.076,0.000 0.104,0.000 0.033,0.000-0.016,0.000-0.048,0.000 0.611,0.000 0.254,0.000-0.206,0.000 0.061,0.000-0.011,0.000-0.059,0.000-1.403,0.000 1.321,0.000-0.065,0.000-0.099,0.000 0.008,0.000-0.030,0.000-0.076,0.000-0.104,0.000 0.162,0.000-0.049,0.000-0.080,0.000-0.095,0.000 0.174,0.000 0.009,0.000-0.054,0.000-0.113,0.000-0.098,0.000-0.128,0.000-0.140,0.000-0.059,0.000-0.042,0.000-0.039,0.081 0.023,0.061-0.043,0.044-0.067,0.030-0.079,0.018-0.081,0.018-0.063,-0.001-0.079,-0.007-0.069,-0.010-0.057,-0.011-0.045,-0.011-0.034,-0.012-0.001,-0.033 0.002,-0.034 0.012,-0.032 0.017,-0.028 0.018,-0.023 0.018,-0.003-0.023,0.015 0.005,0.022 0.003,0.026 0.001,0.053 0.010,0.058 0.039,0.047 0.029,0.270 0.264,0.116 0.095,0.051 0.034,0.073-0.032,0.008-0.072,-0.034-0.092,-0.059-0.098,-0.098-0.108,-0.064-0.078,-0.061-0.068,-0.054-0.057,-0.052-0.031,0.006-0.000,0.021 0.013,0.173 0.045,0.080 0.032,0.053 0.031,0.017 0.024,0.073 0.026,0.035 0.004,0.008-0.011,0.229 0.050,0.104 0.005,0.046-0.015,0.004-0.028,0.377 0.001,0.046-0.053,-0.025-0.051,0.241-0.045,0.133-0.038,0.056-0.031,-0.048-0.026,0.175-0.012,0.033-0.009,-0.068-0.007,0.106-0.071,0.008-0.059,-0.061-0.047,-0.105-0.037,0.125-0.088,-0.099-0.033,-0.163-0.002,-0.196 0.018,0.298-0.098,-0.130 0.011,-0.185 0.041,0.244 0.028,0.069 0.017,-0.045 0.010,-0.369 0.070,-0.008 0.004,-0.039 0.002,-0.058 0.001,0.728-0.095,0.133-0.050,-0.006-0.055,-0.292 0.090,0.074 0.019,-0.010 0.031,-0.068 0.037,-1.588 0.196,1.705-0.209,0.035 0.008,-0.014 0.019,-0.048 0.026,0.619 0.003,0.093 0.042,-0.006 0.040,0.338 0.031,-0.040 0.033,-0.151 0.026,-2.457 0.035,2.059-0.012,-0.088 0.010,-0.155 0.008,-0.190 0.005,-0.201 0.003,-1.559-0.006,1.927-0.082,0.288-0.085,0.165-0.086,0.133-0.053,0.002-0.021,-0.089 0.003,0.979-0.191,-0.084-0.080,-0.282-0.056,-0.530 0.041,-0.123-0.019,-0.206 0.009,-0.250 0.028,-0.049 0.028,-0.026 0.026,-0.100 0.047,-0.146 0.059,-1.561 0.332,2.130-0.350,-0.105 0.055,-0.191 0.039,-0.469 0.093,-0.057 0.015,-0.095 0.010,-0.116 0.006,0.296-0.042,-0.028-0.005,-0.056-0.008,-0.166-0.018,-0.058-0.013,-0.103 0.010,-0.127 0.025,0.071-0.021,0.052-0.022,-0.015-0.012,-0.060-0.003,0.207-0.063,-0.092 0.003,-0.120 0.007,0.056-0.100,-0.142-0.032,-0.196-0.004,-0.323 0.097,-0.149 0.021,-0.138 0.024,-0.122 0.024,-0.079-0.153,-0.115-0.066,-0.085-0.048,-0.056 0.100,-0.031 0.018,-0.021 0.028,-0.013 0.033,-0.004 0.002,-0.002-0.005,0.000 0.007,0.002 0.015,-0.001-0.275,0.006-0.100,0.006-0.029,0.008 0.143,0.004 0.036,0.003 0.047,0.003 0.051,-0.013-0.023,-0.021 0.077,-0.025 0.071,-0.026 0.063,-0.025 0.053,-0.005 0.053,-0.038-0.042,-0.045-0.050,-0.027-0.016,-0.020-0.004,-0.014 0.004,-0.049-0.057,-0.017-0.044,0.006-0.032,0.021-0.022,0.017-0.000,0.014 0.015,0.011 0.024,0.008 0.029,-0.062-0.242,-0.000-0.046,-0.002 0.006,0.053 0.088,0.003 0.005,0.003 0.027,0.002 0.041,-0.032 0.012,-0.006 0.091,-0.007 0.093,-0.023 0.038,0.018 0.047,0.023 0.025,0.024 0.010,0.023-0.000,0.020-0.006,0.040 0.027,0.012-0.006,0.009-0.006,0.007-0.006,0.005-0.006,0.003-0.005,0.002-0.004,-0.017-0.163,-0.021-0.091,-0.025-0.044,0.029 0.030,0.009-0.023,0.015 0.001,0.018 0.017,0.007-0.102,0.025 0.016,0.023 0.043,0.020 0.057,0.017 0.063,0.014 0.062,0.012 0.132,0.005 0.006,0.005-0.125,0.006 0.031,0.003 0.036,0.001 0.036,0.000 0.033,-0.000 0.029,-0.001 0.029,-0.001 0.012,-0.001 0.007,-0.001 0.004,-0.001 0.001,-0.001-0.001,-0.001-0.002,-0.000-0.002,-0.000-0.003,-0.000-0.002,-0.000-0.003,-0.000 0.016,0.000 0.019,0.000 0.019,0.000 0.017,0.000 0.015,0.000 0.012,0.000 0.009,0.000 0.007,0.000 0.005,0.000 0.003,0.000 0.002,0.000 0.001,0.000 0.000,0.000-0.000,0.000-0.000,0.000-0.001,0.000-0.001,0.000-0.001,0.000-0.000,0.000-0.000,0.000-0.000,0.000-0.000,0.000-0.000,0.000-0.000,0.000-0.000,0.000 0.000,0.000-0.187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1551.000 874.000,'0.035'0.000,"0.054"0.000,0.062 0.000,0.061 0.000,0.056 0.000,0.048 0.000,0.039 0.000,0.021-0.013,0.135-0.022,0.160-0.027,0.168-0.028,0.272-0.015,0.170-0.005,0.089 0.003,0.029 0.007,0.252 0.010,0.127 0.012,0.033 0.012,-0.033 0.012,0.882 0.004,0.153 0.015,-0.030 0.012,0.233 0.010,0.500 0.005,0.266 0.004,0.090 0.003,0.335 0.002,-0.089 0.001,-0.216 0.001,-0.289 0.000,0.762 0.001,-0.225-0.000,-0.403-0.001,-3.046-0.003,2.756 0.002,-0.228-0.001,-0.328-0.000,-0.369-0.000,-0.030-0.000,-0.105-0.000,-0.146-0.000,0.095-0.000,0.098-0.000,-0.006-0.000,0.060-0.000,-0.105 0.000,-0.178 0.000,-0.215 0.000,0.120 0.000,-0.048 0.000,-0.085 0.000,0.069 0.000,-0.058 0.000,-0.135 0.000,-1.493 0.000,1.383 0.000,0.073 0.000,-0.007 0.000,-0.061 0.000,0.037 0.000,-0.003 0.000,-0.031 0.000,-0.049 0.000,0.075 0.000,-0.003 0.000,-0.057 0.000,-0.092 0.000,0.413 0.000,0.047 0.000,-0.057 0.000,-0.121 0.000,-0.155 0.000,-0.378 0.000,0.060 0.000,0.339 0.000,-0.034 0.000,-0.077 0.000,-0.102 0.000,0.307 0.000,0.006 0.000,-0.071 0.000,-0.117 0.000,-1.333 0.000,1.540 0.000,-0.026 0.000,-0.106 0.000,-0.102 0.000,0.064 0.000,-0.007 0.000,-0.057 0.000,-1.269 0.000,2.460-0.045,0.287-0.068,0.027-0.075,-0.133-0.073,-0.310 0.033,0.180 0.004,-0.155 0.013,-0.088-0.001,-0.150-0.003,-0.185-0.004,0.333-0.044,0.143-0.017,0.003 0.003,-0.094 0.017,-2.073 0.200,2.666-0.201,-0.107 0.043,-0.231 0.044,-2.373 0.141,2.841-0.098,0.091 0.039,-0.016 0.032,-0.588 0.028,0.038 0.013,-0.025 0.010,-0.067 0.007,1.172 0.008,0.184 0.005,0.010 0.002,-0.242-0.001,-0.020-0.001,-0.178-0.001,-0.270-0.001,0.441-0.001,-0.006-0.001,-0.173-0.001,0.535-0.001,-0.049-0.001,-0.249-0.001,-3.273-0.001,2.476 0.000,-0.105-0.000,-0.186-0.000,-0.232-0.000,1.135-0.000,0.334-0.000,0.103 0.000,0.504 0.000,-0.099 0.000,-0.286 0.000,-0.548 0.000,-0.200 0.000,-0.275 0.000,-0.306 0.000,-2.434-0.003,2.198-0.070,-0.189-0.035,-0.210-0.016,-0.144-0.044,-0.017-0.030,-0.080-0.010,-0.119 0.004,0.383-0.056,0.089-0.014,-0.032 0.007,-0.112 0.020,-1.866 0.194,2.558-0.190,0.047 0.046,-0.067 0.045,0.204 0.041,0.018 0.034,-0.098 0.028,-2.600 0.042,2.275-0.016,-0.029 0.012,-0.095 0.009,0.088 0.005,0.134 0.003,-0.012 0.002,-0.113 0.001,0.553 0.002,-0.145-0.000,-0.259-0.001,-0.313-0.001,-0.418-0.002,-0.198-0.001,-0.157-0.001,0.731-0.001,0.228-0.001,0.068-0.001,-0.336-0.001,0.017-0.000,-0.055-0.000,-0.101-0.000,-1.915 0.000,2.128-0.000,0.034-0.000,-0.023 0.000,-0.032 0.000,-0.055 0.000,-0.133 0.000,-0.177 0.000,0.030 0.000,0.052 0.000,-0.024 0.000,-0.075 0.000,0.702 0.000,0.072 0.000,-0.080 0.000,0.533 0.000,0.053 0.000,-0.125 0.000,-0.048 0.000,-0.098 0.000,-0.260 0.000,-0.345 0.000,-0.373 0.000,-0.203 0.000,0.012 0.000,0.106 0.000,-0.016 0.000,-0.097 0.000,-0.146 0.000,0.339 0.000,-0.095 0.000,-0.131 0.000,0.081 0.000,-0.046 0.000,-0.121 0.000,-0.302 0.000,-0.035 0.000,-0.063 0.000,-0.077 0.000,0.303 0.000,-0.081 0.000,-0.139 0.000,-1.296 0.000,1.177 0.000,-0.125 0.000,-0.134 0.000,-0.985 0.000,0.975 0.000,-0.077 0.000,-0.114 0.000,-0.099 0.000,-0.082 0.000,-0.064 0.000,-0.155 0.000,-0.019 0.000,-0.031 0.000,-0.039 0.000,0.043 0.000,-0.087 0.000,-0.087 0.000,-0.080 0.000,-0.069 0.000,-0.057 0.000,-0.045 0.000,-0.034 0.000,-0.024 0.000,-0.016 0.000,-0.010 0.000,-0.005 0.000,-0.002 0.000,0.001 0.000,0.145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100.000 481.000,'-0.052'0.000,"-0.081"0.000,-0.093 0.000,-0.093 0.000,-0.086 0.000,-0.074 0.000,-0.053 0.000,-0.006 0.000,0.013 0.000,0.041 0.000,-0.105 0.000,-0.132 0.000,0.547 0.000,-0.999 0.000,-0.077 0.000,0.029 0.000,0.192 0.000,-0.011 0.000,0.021 0.000,0.042 0.000,-0.115-0.015,-0.004-0.024,0.033-0.029,0.056-0.030,0.783 0.073,-0.957-0.210,0.002-0.076,0.039-0.050,0.906 0.281,-1.123-0.530,-0.039-0.086,0.053-0.003,1.075 0.560,-0.968-0.519,0.027 0.008,0.061 0.029,0.080 0.042,-0.063-0.082,0.036-0.062,0.073-0.059,-0.067-0.000,-0.092-0.034,-0.041-0.007,-0.003 0.013,-0.070-0.015,-0.006 0.021,0.038 0.044,0.067 0.058,-0.009-0.082,0.044-0.015,0.079 0.032,0.099 0.063,0.055-0.038,0.074-0.000,0.084 0.026,0.086 0.043,0.008-0.040,0.073 0.027,0.085 0.045,0.089 0.054,0.058-0.002,0.095 0.060,0.081 0.053,0.063 0.019,0.058 0.042,0.042 0.033,0.029 0.032,0.018 0.036,0.010 0.032,0.004 0.027,0.000 0.022,0.070-0.101,0.057-0.069,0.044-0.033,0.032-0.007,0.022 0.010,0.039-0.013,0.018 0.020,0.013 0.020,0.017 0.032,0.027 0.026,0.028 0.025,0.026 0.022,0.134-0.017,0.064-0.017,0.189 0.001,0.116-0.005,0.050-0.002,-0.009 0.059,0.099 0.006,0.063 0.006,0.035 0.005,0.486-0.162,0.197-0.088,0.134-0.067,-0.016-0.145,0.068-0.106,-0.024-0.030,-0.083 0.021,0.660-0.212,0.266-0.054,0.059 0.023,-1.737 0.658,1.781-0.648,-0.127 0.031,-0.216 0.048,-2.093 0.803,1.972-0.777,-0.115 0.059,-0.125 0.081,0.094-0.010,-0.175 0.099,-0.233 0.124,-0.103 0.033,-0.133 0.042,-0.159 0.050,-0.163 0.052,-0.325 0.099,-0.017 0.011,-0.029 0.024,0.199-0.050,0.084-0.015,0.043-0.004,0.012 0.004,-1.026 0.290,1.249-0.314,-0.098 0.053,-0.146 0.060,-0.039 0.052,-0.001 0.024,-0.019 0.013,-0.030 0.005,-0.023 0.008,-0.121 0.026,-0.133 0.028,0.036 0.031,-0.005 0.024,-0.057 0.021,-0.087 0.018,-0.100 0.014,0.031 0.011,0.066 0.007,-0.025 0.005,-0.002 0.004,-0.018 0.002,-0.028 0.001,0.006 0.001,-0.023 0.000,-0.043-0.000,-0.054-0.000,-0.500-0.004,0.648 0.004,-0.047-0.001,-0.064-0.001,-0.041 0.027,-0.024 0.042,-0.011 0.048,-0.028 0.054,0.062 0.059,0.035 0.042,0.015 0.028,0.133 0.056,0.101 0.020,0.074-0.006,0.051-0.024,0.292 0.033,-0.043-0.066,-0.080-0.067,0.085 0.031,-0.059-0.011,-0.117-0.030,-0.142-0.040,-0.145-0.041,-0.133-0.039,-0.583-0.094,0.800 0.233,0.205 0.088,0.101 0.039,0.024 0.003,0.090-0.008,-0.015-0.039,-0.053-0.048,0.088-0.018,-0.185-0.067,-0.195-0.059,-0.184-0.049,-0.661-0.080,0.687 0.179,-0.013 0.081,0.094 0.098,0.025 0.034,-0.036-0.014,-0.113 0.012,0.034 0.056,0.006 0.027,-0.013 0.006,0.067 0.044,0.013 0.015,-0.026-0.006,-0.051-0.020,-0.632-0.407,0.743 0.579,-0.069-0.011,-0.059-0.037,-0.654-0.537,0.675 0.468,0.002-0.055,-0.012-0.051,-0.019-0.019,-0.014-0.027,-0.042-0.050,-0.586-0.303,0.585 0.389,0.020 0.069,-0.026 0.032,-0.057 0.005,0.029 0.078,-0.034 0.005,-0.048-0.021,-0.055-0.038,0.068 0.065,-0.025-0.051,-0.043-0.078,-0.051-0.090,0.066 0.039,-0.001-0.008,-0.022-0.017,-0.158-0.034,-0.016 0.054,-0.014 0.031,-0.277-0.384,0.335 0.495,0.011 0.040,-0.003 0.019,-0.012 0.003,0.171 0.289,0.017-0.012,-0.013-0.088,-0.106-0.139,-0.015 0.001,-0.036-0.025,-0.049-0.042,-0.055 0.002,-0.056-0.021,-0.054-0.036,-0.050-0.044,0.044 0.139,-0.008 0.021,-0.021 0.009,-0.036-0.066,0.000 0.022,0.005 0.005,0.008-0.007,-0.004 0.038,-0.011 0.014,-0.016-0.003,-0.019-0.015,-0.091-0.555,0.179 0.761,0.011-0.038,-0.012-0.070,-0.058-0.172,-0.019-0.025,-0.020-0.037,-0.020-0.044,-0.010 0.112,-0.023-0.014,-0.019-0.032,-0.016-0.040,-0.010-0.005,-0.007-0.022,-0.005-0.033,-0.005 0.010,-0.003-0.050,-0.001-0.048,-0.000-0.044,-0.000-0.011,0.001-0.025,0.001-0.017,0.002-0.068,0.001-0.000,0.001 0.004,0.000 0.027,0.001-0.014,0.000-0.018,0.000-0.020,0.000-0.020,0.000-0.018,0.000-0.016,-0.015 0.010,-0.022-0.012,-0.025-0.008,-0.024-0.006,-0.022-0.004,-0.018-0.002,-0.015-0.001,-0.011-0.000,-0.008 0.000,-0.005 0.001,-0.003 0.001,-0.002 0.001,0.006-0.022,-0.005-0.019,-0.005-0.022,-0.005-0.022,-0.005-0.020,-0.004-0.017,-0.003-0.014,-0.003-0.011,-0.002-0.008,-0.001-0.006,-0.008-0.004,0.010-0.003,0.012-0.001,0.012-0.000,0.011 0.000,0.009 0.001,0.007 0.001,0.006 0.001,0.004 0.001,0.003 0.001,0.002 0.001,0.001 0.000,0.000 0.000,0.000 0.000,-0.000 0.000,0.005 0.000,-0.009 0.000,-0.011 0.000,-0.011 0.000,-0.010-0.000,-0.009-0.000,-0.008 0.000,-0.006-0.000,-0.005 0.000,-0.003-0.000,-0.013 0.000,-0.004-0.000,-0.003 0.000,-0.002 0.000,-0.002 0.000,-0.001 0.000,-0.001 0.000,-0.000 0.000,-0.000 0.000,0.009 0.000,0.017 0.000,0.019 0.000,0.019 0.000,0.017 0.000,0.014 0.000,0.012 0.000,0.009 0.000,0.007 0.000,0.005 0.000,0.003 0.000,0.002 0.000,0.001 0.000,0.000 0.000,-0.000 0.000,-0.000 0.000,-0.001 0.000,-0.001 0.000,-0.001 0.000,-0.000 0.000,-0.000 0.000,-0.005 0.006,-0.004 0.008,-0.004 0.009,-0.004 0.009,-0.004 0.008,-0.003 0.007,-0.002 0.005,-0.002 0.004,-0.001 0.003,-0.001 0.002,-0.000 0.001,-0.000 0.001,-0.000 0.000,0.000-0.000,0.000-0.000,0.000-0.000,0.006-0.009,-0.004-0.008,-0.005-0.008,-0.005-0.008,-0.005-0.008,-0.004-0.007,-0.004-0.005,-0.003-0.004,-0.002-0.003,-0.002-0.002,-0.001-0.001,-0.001-0.001,-0.000-0.000,-0.021 0.028,-0.023 0.043,-0.025 0.049,-0.025 0.048,-0.022 0.044,-0.019 0.037,0.039-0.022,-0.004 0.013,-0.002 0.009,-0.001 0.007,-0.055 0.032,-0.006-0.033,-0.005-0.042,0.068-0.057,0.002-0.005,0.001 0.002,0.001 0.007,-0.123 0.047,-0.047 0.022,-0.024 0.022,0.066-0.040,0.007-0.013,0.011-0.020,0.014-0.023,-0.004-0.018,0.017-0.026,0.017-0.024,0.015-0.021,-0.030-0.014,0.030-0.020,0.030-0.015,0.027-0.010,0.023-0.007,0.019-0.004,-0.384-0.045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69.000 734.000,'-0.011'0.032,"-0.016"0.049,-0.019 0.056,-0.019 0.056,-0.017 0.052,-0.015 0.045,-0.012 0.037,-0.010 0.029,-0.007 0.022,-0.005 0.015,-0.003 0.010,-0.002 0.006,-0.001 0.003,-0.000 0.001,0.000-0.000,0.016-0.047,-0.592 1.728,-0.259 0.699,-0.143 0.340,-0.026-0.041,-0.100 0.200,-0.030 0.030,0.020-0.089,-0.079 0.418,0.016 0.162,0.081-0.024,0.122-0.152,-0.057 0.792,0.237-0.287,0.224-0.356,0.216-0.977,0.076-0.267,0.075-0.294,0.070-0.297,0.210-1.500,-0.147 1.328,0.031-0.163,0.018-0.173,0.007-0.170,-0.022 0.197,0.029-0.194,0.030-0.186,0.028-0.165,-0.009-0.014,-0.040 0.051,-0.027 0.077,0.002-0.024,0.015-0.044,0.038-0.021,0.017 0.062,0.017 0.011,0.016-0.024,0.012 0.303,0.013 0.143,0.011 0.064,0.009 0.008,0.007 0.095,0.005 0.063,0.003 0.019,0.002 0.057,0.001-0.005,0.000-0.063,0.000-0.097,-0.000-0.114,-0.001 0.016,-0.001-0.027,0.013-0.003,0.021-0.010,0.026-0.071,0.028-0.109,0.022-0.071,0.004-0.155,-0.004-0.152,-0.010-0.141,0.113 0.054,0.068-0.092,0.046-0.089,-0.266-0.508,0.348 0.462,0.051-0.020,0.023-0.029,-0.088-0.108,-0.032-0.029,-0.042-0.028,-0.046-0.025,0.137 0.254,0.062 0.109,0.054 0.064,0.058 0.042,0.090 0.120,0.050 0.086,0.020 0.057,-0.579-0.829,0.821 1.110,0.064 0.038,0.012-0.029,-0.849-1.089,1.148 1.221,0.062-0.076,-0.026-0.138,-0.184-0.263,0.032-0.042,-0.018-0.068,-0.051-0.082,0.141 0.125,0.054 0.049,-0.009-0.006,-0.053-0.044,0.364 0.189,-0.096-0.112,-0.133-0.115,-0.143-0.106,-0.066-0.002,0.016 0.097,0.061 0.010,0.122 0.058,0.071 0.026,0.032 0.003,0.467 0.328,0.054 0.032,-0.028-0.038,0.147 0.061,-0.009-0.050,-0.104-0.115,-1.678-0.990,1.410 0.767,0.031 0.004,-0.036-0.010,-0.081-0.020,0.485 0.339,-0.044-0.025,-0.096-0.095,0.103-0.018,-0.034-0.054,-0.116-0.071,-0.402-0.229,-0.028-0.042,-0.050-0.057,-0.063-0.064,0.423 0.147,0.259 0.072,0.132 0.017,0.036-0.022,0.828 0.152,0.021-0.100,-0.113-0.111,-0.629-0.224,-0.095-0.046,-0.150-0.034,-0.180-0.024,0.593 0.224,0.028 0.087,-0.007 0.071,-0.435-0.100,0.031 0.051,-0.016 0.032,-0.049 0.017,0.288 0.102,0.054 0.007,-0.023-0.023,-0.073-0.043,0.342 0.090,-0.061-0.062,-0.144-0.090,-0.187-0.101,0.150 0.028,-0.014-0.039,-0.118-0.079,-0.060-0.106,0.159-0.043,0.084-0.058,-1.947-0.347,2.455 0.261,0.247-0.063,0.049-0.059,-0.091-0.054,0.765-0.027,-0.321-0.059,-0.452-0.045,-2.073-0.038,1.151-0.001,-0.190-0.013,-0.192-0.009,-0.184-0.006,0.184-0.006,-0.032-0.002,-0.058 0.000,0.196 0.003,0.368 0.002,0.353 0.002,0.323 0.002,0.672 0.002,0.346 0.002,0.101 0.002,-0.074 0.002,0.047 0.001,-0.137 0.001,-0.257 0.001,-0.327 0.001,-2.661 0.000,2.441 0.000,-0.240 0.000,-0.273 0.000,-0.282 0.000,-1.877-0.000,2.404 0.001,-0.243-0.000,-0.323-0.000,-0.245-0.000,-0.059-0.000,-0.131-0.000,-1.551-0.000,1.944-0.028,-0.053-0.043,-0.143-0.048,-0.086-0.019,0.060-0.029,-0.003-0.024,-0.045-0.020,0.659-0.025,0.128 0.021,-0.051 0.031,-0.334 0.059,0.128 0.022,0.042 0.021,-0.020 0.019,0.501-0.186,-0.035-0.101,-0.180-0.043,-0.264-0.002,-0.342 0.000,-0.129-0.002,-0.137 0.021,0.356-0.034,-0.249 0.067,-0.307 0.070,-0.268 0.030,-0.050 0.006,-0.096 0.018,-0.122 0.025,-1.031 0.152,1.550-0.204,0.172-0.006,0.035 0.015,-0.055 0.027,0.603 0.018,0.190 0.041,-0.373 0.053,-0.009 0.023,-0.105 0.020,-0.164 0.017,0.564 0.012,-0.039 0.014,-0.164 0.010,-0.399 0.004,0.004 0.003,-0.070 0.002,-0.117 0.001,0.176 0.000,0.051-0.000,-0.039-0.001,-0.099-0.001,0.570 0.000,-0.096-0.001,-0.183-0.001,0.054-0.001,0.052-0.001,-0.046-0.001,-0.042-0.000,0.052-0.000,-0.046-0.000,-0.110-0.000,0.152-0.060,0.021-0.037,-0.068-0.019,-0.125-0.006,0.458-0.110,0.341-0.082,0.157-0.054,0.022-0.031,-2.415 0.302,3.012-0.408,0.027-0.003,-0.118 0.030,0.896-0.086,-0.043 0.036,-0.294 0.067,-0.815 0.038,-0.084-0.016,-0.169 0.012,-0.219 0.031,0.244 0.024,-0.083 0.054,-0.182 0.056,-0.238 0.053,0.717 0.029,0.017 0.057,-0.109 0.045,0.153 0.035,0.122 0.022,-0.039 0.016,-0.341 0.008,0.042 0.005,-0.064 0.003,-0.134 0.001,0.250 0.000,0.077-0.001,-0.046-0.001,-0.130-0.001,-2.433-0.008,2.823 0.006,0.079-0.002,-0.087-0.001,-0.198-0.001,0.978-0.001,-0.184-0.001,-0.352-0.001,0.719-0.001,0.229-0.001,-0.092-0.000,-0.945 0.000,-0.114-0.000,-0.193 0.000,-0.237 0.000,0.186 0.000,-0.129 0.000,-0.207 0.000,-0.247 0.000,-0.135 0.000,-0.074 0.000,-0.136 0.000,-0.172 0.000,0.450 0.000,0.020 0.000,-0.087 0.000,-0.151 0.000,-1.434 0.000,2.129 0.000,0.033 0.000,0.347 0.000,0.169 0.000,-0.016 0.000,-0.168 0.000,0.021 0.000,-0.125 0.000,-0.214 0.000,0.788 0.000,0.067 0.000,-0.136 0.000,-3.223 0.000,3.931 0.000,0.484 0.000,0.174 0.000,0.594 0.000,-0.128 0.000,-0.342 0.000,-1.243-0.013,-0.237-0.022,-0.297-0.027,-0.323-0.028,-0.057-0.015,-0.136-0.005,-0.184 0.003,-0.207 0.007,0.001 0.010,-0.068 0.012,-0.112 0.013,-0.137 0.012,0.888 0.004,0.073 0.015,-0.047 0.012,-0.434 0.010,0.099 0.005,-0.014 0.004,-0.091 0.003,1.409 0.003,0.209 0.002,-0.086 0.001,-0.318-0.001,0.099-0.000,-0.097-0.000,-0.225-0.000,-3.024-0.002,5.070 0.002,0.412-0.001,-0.058-0.001,-0.207-0.000,-0.085-0.000,-0.254-0.000,0.610-0.000,-0.175-0.000,-0.406-0.000,-1.012-0.053,0.022-0.034,-0.082-0.019,-0.150-0.008,0.237 0.001,0.067 0.007,-0.055 0.010,-0.136 0.012,0.346 0.013,0.131 0.013,-0.025 0.012,-0.133 0.011,0.093 0.009,-0.075 0.008,-0.188 0.006,-0.256 0.005,1.318 0.004,-0.100 0.004,-0.242 0.002,-1.099-0.000,-0.108 0.000,-0.201-0.000,-0.255-0.000,0.040-0.000,-0.076-0.000,-0.153-0.000,-0.198-0.000,0.792-0.000,0.479-0.000,0.237-0.000,0.056-0.000,2.022-0.000,0.185-0.000,-0.163-0.000,0.251-0.000,-0.185-0.000,-0.438 0.000,0.839 0.000,0.047 0.000,-0.444 0.000,-5.881 0.000,3.875-0.000,-0.526 0.000,-0.561 0.000,-0.555 0.000,-0.401 0.000,-0.380 0.000,-0.345 0.000,-0.302 0.000,-1.176 0.000,1.009 0.000,-0.280 0.000,-0.272 0.000,-0.174 0.000,-0.230 0.000,-0.185 0.000,-0.142 0.000,-1.267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82.000 720.000,'0.013'0.000,"0.020"0.000,0.023 0.000,0.023 0.000,0.021 0.000,0.018 0.000,0.014 0.000,0.011 0.000,0.008 0.000,0.006 0.000,0.004 0.000,0.002 0.000,0.001 0.000,0.000 0.000,-0.000 0.000,-0.001 0.000,-0.001 0.000,-0.001 0.000,-0.001 0.000,1.886 0.531,1.297 0.394,0.826 0.277,0.178-0.123,0.421-0.006,0.119-0.053,-0.092-0.082,0.679 0.018,-0.308-0.176,-0.343-0.174,-0.173-0.223,0.445-0.090,0.171-0.078,-0.028-0.065,0.313-0.053,0.055-0.042,-0.127-0.032,-0.246-0.023,-0.090-0.016,-0.190-0.010,-0.249-0.006,-0.277-0.002,-3.352 0.036,5.260 0.207,0.446 0.116,0.081 0.051,-0.612 0.000,0.063 0.019,-0.185-0.008,-0.348-0.026,0.222-0.037,-0.032-0.043,-0.207-0.045,-0.317-0.044,0.195-0.041,-0.098-0.036,-0.296-0.031,-0.418-0.026,0.831-0.019,-0.209-0.022,-0.314-0.015,-4.114-0.002,3.253-0.007,-0.194-0.004,-0.272-0.002,-0.312-0.001,0.103 0.000,-0.040 0.001,-0.138 0.001,-0.198 0.002,0.210 0.002,0.056 0.002,-0.054 0.001,-0.127 0.001,1.102 0.001,0.301 0.001,0.140 0.001,-3.870 0.001,4.307-0.000,-0.004 0.000,-0.244 0.000,-4.002-0.000,4.047 0.000,0.378 0.000,0.157 0.000,-0.004 0.000,2.047-0.056,0.071-0.086,-0.269-0.097,0.884-0.068,0.180-0.044,-0.269-0.026,-1.089-0.074,-0.291-0.068,-0.499-0.026,-0.607 0.004,-0.641 0.024,1.538-0.210,0.262-0.001,-1.032 0.115,-0.078 0.025,-0.281 0.052,-0.401 0.067,1.481-0.012,0.106 0.058,-0.164 0.043,0.578-0.109,0.148-0.026,-0.129 0.027,-5.803 0.398,6.659-0.354,0.217 0.029,-0.138 0.025,-0.057 0.078,0.164 0.047,-0.232 0.048,-0.476 0.046,-0.603 0.042,2.150-0.113,1.041-0.051,2.373-0.228,0.451-0.113,-0.357-0.044,-10.208 0.552,9.379-0.471,-0.469 0.065,-0.736 0.081,-1.414 0.129,-0.158 0.060,-0.373 0.055,-0.502 0.049,-0.193 0.043,-0.393 0.036,-0.512 0.029,-0.567 0.023,0.800 0.018,-0.282 0.015,-0.480 0.009,-0.578 0.005,-0.205 0.002,-0.174-0.000,-0.211-0.001,1.692-0.000,0.385-0.004,0.012-0.004,-5.978-0.011,6.562 0.007,0.115-0.003,-0.158-0.002,-0.238-0.002,0.069-0.001,-0.303-0.001,-0.527-0.001,0.754-0.000,-0.449-0.000,-0.629-0.000,0.429 0.251,-0.211 0.134,-0.588 0.050,-5.073-0.350,4.263 0.459,-0.785 0.040,-0.787 0.004,-0.554 0.065,-0.532 0.013,-0.474-0.020,-0.515-0.093,-0.091 0.023,-0.112 0.012,-0.120 0.004,0.066 0.144,-0.020 0.074,-0.080 0.022,-0.116-0.016,-0.978-0.621,1.076 0.698,0.024 0.024,-0.018-0.006,-0.047-0.026,-1.016-0.666,1.580 1.169,0.139 0.133,0.037 0.022,-1.661-1.227,1.693 1.384,0.073 0.125,0.016 0.051,0.618 0.518,0.091 0.065,-0.048-0.054,-2.323-1.954,2.574 2.353,-0.058 0.093,-0.236-0.102,-0.509-0.344,-0.039 0.065,-0.108-0.049,-0.150-0.125,0.432 0.906,-0.171 0.058,-0.212-0.102,-0.545-0.449,-0.155 0.034,-0.167-0.085,-0.166-0.163,-0.797-1.939,0.677 2.382,-0.173-0.033,-0.146-0.135,-0.119-0.193,0.071 0.143,0.047 0.100,0.011-0.029,-0.013-0.114,0.158 0.645,0.078 0.094,0.063-0.072,0.154 0.008,0.118 0.044,0.047-0.084,0.027 0.020,0.041 0.109,-0.026-0.043,-0.071-0.147,-0.897-2.519,1.085 3.004,0.006 0.009,-0.063-0.175,-0.105-0.289,-0.009-0.155,-0.062-0.235,-0.095-0.274,-0.111-0.284,-0.724-1.857,0.577 1.471,-0.027-0.112,-0.023-0.121,-0.547-1.321,0.710 1.778,-0.078-0.048,-0.110-0.092,-0.035-0.081,-0.001 0.026,-0.026-0.043,-0.041-0.087,0.134 0.555,-0.020 0.033,-0.044-0.075,-0.190-0.446,-0.062-0.035,-0.066-0.087,-0.064-0.118,-0.060 0.026,-0.054-0.035,-0.047-0.075,-0.039-0.099,0.119 0.504,0.051 0.073,0.013-0.035,-0.049-0.186,-0.018 0.027,-0.023-0.044,-0.026-0.090,-0.121-1.370,0.112 1.635,-0.038-0.242,-0.032-0.272,-0.032-0.487,-0.014-0.164,-0.011-0.148,-0.009-0.128,-0.011-0.029,-0.010-0.182,-0.008-0.150,-0.005-0.117,-0.003-0.087,-0.002-0.061,-0.001-0.040,-0.000-0.024,0.000-0.012,0.000-0.003,0.001 0.002,0.001 0.005,0.001 0.006,0.000 0.007,0.000 0.006,0.000 0.005,0.000 0.004,0.000 0.003,0.000 0.003,0.000 0.002,0.000 0.001,0.000 0.001,0.000 0.000,0.000 0.000,0.000-0.000,0.000-0.000,0.000-0.000,0.000-0.000,0.000-0.000,0.000-0.000,-0.000-0.000,0.000-0.000,0.000-0.000,0.000-0.000,0.000-0.000,-0.000 0.000,0.000 0.000,0.000 0.000,-0.000 0.000,0.000 0.000,0.000 0.000,0.000 0.000,-0.000 0.000,0.000 0.000,0.000 0.000,-0.000-0.000,0.000 0.000,0.000 0.000,0.000 0.000,-0.000-0.000,0.000 0.000,0.000 0.000,0.000-0.000,-0.000 0.000,0.000 0.000,0.000-0.000,0.000 0.000,-0.000 0.000,0.000-0.000,0.000 0.000,0.000 0.000,-0.000-0.000,0.000 0.000,0.000 0.000,-0.000-0.000,0.000 0.000,0.000 0.000,0.000 0.000,-0.000-0.000,0.000 0.000,0.000 0.000,0.000-0.000,-0.000 0.000,0.000 0.000,0.000-0.000,0.000 0.000,0.004-0.040,0.003-0.071,0.003-0.083,-0.009-0.001,-0.020-0.027,-0.025-0.017,-0.027-0.010,-0.157-0.174,-0.089-0.048,-0.054-0.014,0.025 0.055,0.027 0.039,0.043 0.047,0.050 0.049,0.050 0.046,0.047 0.041,0.041 0.035,0.004 0.001,-0.012 0.001,-0.025-0.009,-0.031-0.014,-0.032-0.016,-0.030-0.016,-0.027-0.015,-0.022-0.012,-0.017-0.010,0.013 0.009,0.034 0.024,0.043 0.030,0.045 0.031,0.042 0.029,0.037 0.025,0.030 0.021,0.024 0.016,0.018 0.012,0.013 0.008,0.009 0.006,0.005 0.003,0.003 0.002,0.001 0.001,-0.000-0.000,-0.001-0.001,-0.001-0.001,-0.001-0.001,-0.001-0.001,-0.055-0.005,-0.105-0.133,-0.071-0.089,-0.055-0.079,-0.155-0.327,0.009-0.055,0.044 0.023,0.061 0.067,0.065 0.088,0.063 0.093,-0.055-0.639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369.000 841.000,'0.020'0.000,"0.031"0.000,0.036 0.000,0.035 0.000,0.032 0.000,0.028 0.000,0.023 0.000,0.018 0.000,0.013 0.000,0.009 0.000,0.006 0.000,0.004 0.000,0.062 0.009,0.126 0.014,0.147 0.016,0.150 0.017,0.142 0.016,0.127 0.014,0.108 0.012,0.088 0.010,0.048 0.027,0.223 0.027,0.184 0.011,0.805 0.088,0.268 0.026,0.059-0.001,-0.085-0.018,-0.176-0.029,-1.982-0.182,2.348 0.319,0.105 0.033,0.695 0.101,0.163 0.003,-0.056-0.041,0.949-0.086,0.655-0.065,0.266-0.065,-4.533-0.206,3.864 0.115,-0.083-0.039,-0.240-0.033,-0.336-0.028,0.563-0.021,-0.193-0.022,-0.341-0.016,-0.415-0.011,-3.137 0.004,3.379-0.014,-0.362-0.003,-0.433-0.000,-2.778 0.016,2.207-0.012,-0.169 0.002,-0.198 0.002,0.226 0.001,-0.221 0.003,-0.260 0.002,-1.798 0.005,1.720-0.002,-0.109 0.001,-0.201 0.001,-0.245 0.001,-0.108 0.000,0.010 0.000,0.018 0.000,0.075 0.000,0.128 0.000,0.064 0.000,0.017-0.000,0.799 0.000,0.134-0.000,-0.006-0.000,0.167-0.000,0.101-0.000,-0.057-0.000,0.701-0.000,0.152 0.000,-0.111-0.000,-0.266 0.000,-0.674 0.000,-0.150 0.000,-0.191 0.000,0.571 0.000,-0.152 0.000,-0.245 0.000,-0.380 0.000,0.034 0.000,-0.041 0.000,-0.091 0.000,-1.589 0.000,2.163 0.000,0.018 0.000,-0.088 0.000,-0.220 0.000,-0.055 0.000,-0.116 0.000,-0.150 0.000,-0.100 0.000,-0.041 0.000,-0.077 0.000,-0.097 0.000,0.173 0.000,0.085 0.000,0.020 0.000,-0.027 0.000,0.394 0.000,-0.184 0.000,-0.213 0.000,0.010 0.000,-0.105 0.000,-0.167 0.000,-0.071 0.000,0.110 0.000,0.044 0.000,-0.003 0.000,0.496 0.000,0.037 0.000,-0.064 0.000,-0.123 0.000,0.002 0.000,0.019 0.000,-0.218-0.013,0.024-0.022,-0.035-0.027,-0.074-0.029,-0.071-0.015,-0.118-0.005,-0.144 0.003,-0.155 0.007,0.235-0.015,-0.025-0.011,-0.089-0.016,-0.124-0.017,0.273-0.009,0.253 0.012,0.268 0.019,1.135 0.016,0.557 0.026,0.244 0.024,0.281 0.021,-0.054 0.017,-0.256 0.013,-0.878 0.010,-0.152 0.005,-0.214 0.004,-0.246 0.003,-0.122 0.002,-0.189 0.001,-0.225 0.001,-0.239 0.000,-0.113 0.000,-0.234-0.000,-0.230-0.000,-0.214-0.001,0.075-0.000,-0.122-0.001,-0.093-0.001,-0.067-0.001,-0.019-0.000,0.050-0.000,0.246-0.000,0.082-0.000,0.008-0.000,0.102-0.000,0.055 0.000,-0.026 0.000,-0.076 0.000,0.204 0.000,0.074 0.000,-0.015 0.000,-0.095 0.000,-0.139 0.000,-0.157 0.000,-0.887 0.000,0.861 0.000,-0.082 0.000,-0.078 0.000,0.141 0.000,0.040 0.000,-0.007 0.000,-0.035 0.000,0.286 0.000,0.187 0.000,0.094 0.015,0.244 0.024,0.143 0.029,0.066 0.030,0.916 0.039,0.300 0.001,0.132-0.011,-0.172-0.011,0.017 0.011,-0.107 0.015,-0.181 0.017,0.026-0.002,-0.077-0.010,-0.175-0.016,-0.303-0.028,-0.143-0.017,-0.196-0.016,-0.222-0.015,0.204-0.010,-0.119-0.014,-0.176-0.011,-0.203-0.009,-1.270-0.010,1.137 0.002,-0.033-0.004,-0.007-0.003,0.162-0.003,-0.075-0.001,-0.089-0.000,-1.154 0.005,1.497-0.005,0.082 0.001,-0.076 0.001,-0.364 0.001,-0.065 0.001,-0.103 0.000,-0.124 0.000,0.143 0.000,-0.135 0.000,-0.142 0.000,-0.135 0.000,-0.120 0.000,1.018 0.001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1728.000 919.000,'0.024'0.000,"0.036"0.000,0.041 0.000,0.040 0.000,0.036 0.000,0.030 0.000,0.024 0.000,0.018 0.000,0.013 0.000,0.009 0.000,0.006 0.000,-0.048 0.000,0.002 0.000,0.002 0.000,0.003 0.000,0.003 0.000,0.025 0.000,0.030 0.000,0.032 0.000,0.621 0.168,0.364 0.089,0.226 0.033,0.067-0.061,0.231-0.014,0.116-0.021,0.030-0.025,0.735 0.113,0.026 0.048,-0.102 0.030,-0.098 0.018,0.039 0.012,-0.062-0.018,-0.125-0.036,-1.881-0.267,1.789 0.198,0.008-0.018,-0.078-0.012,-0.132-0.008,0.452 0.001,0.107-0.029,0.008-0.032,0.332-0.018,-0.114-0.038,-0.144-0.033,-0.306-0.033,0.124-0.014,0.030-0.012,-0.037-0.009,0.092-0.007,-0.037-0.005,-0.124-0.003,-0.178-0.002,0.785 0.080,-0.052 0.044,-0.203 0.017,-2.298-0.110,2.373 0.107,-0.148-0.013,-0.266-0.018,-0.557-0.033,-0.111-0.012,-0.148-0.012,-0.165-0.010,0.329-0.005,-0.105-0.011,-0.126-0.008,-0.316-0.006,-0.021-0.003,-0.042-0.002,-0.055-0.001,-0.898 0.002,1.090-0.003,0.099-0.000,0.031 0.000,-0.018 0.000,0.735-0.000,0.119 0.001,-0.038 0.001,0.231 0.001,0.042 0.001,-0.077 0.000,0.163 0.000,-0.038 0.000,-0.159 0.000,-0.466 0.000,-0.069 0.000,-0.137 0.000,-0.177 0.000,0.084 0.000,-0.005 0.000,-0.066 0.000,-0.106-0.000,-1.158-0.000,1.608 0.000,-0.042 0.000,-0.103 0.000,0.091 0.000,0.036 0.000,-0.001-0.000,-0.299 0.000,0.019 0.000,-0.036 0.000,-0.072 0.000,0.440 0.000,-0.057 0.000,-0.114 0.000,-0.353-0.053,-0.013-0.034,-0.033-0.019,-0.046-0.008,0.187-0.052,0.073-0.028,-0.010-0.009,-0.067 0.005,0.418-0.057,-0.098-0.010,-0.163-0.012,-0.358 0.053,-0.039-0.004,-0.057-0.004,-0.067-0.004,-0.917 0.180,1.151-0.202,-0.042 0.030,-0.080 0.036,-0.184 0.055,-0.038 0.026,-0.071 0.024,-0.090 0.021,0.065 0.000,-0.170 0.004,-0.161-0.004,-0.143-0.009,-0.119-0.011,-0.095-0.012,-0.072-0.011,-0.066-0.022,-0.052-0.031,-0.041-0.033,-0.032-0.032,-0.023-0.028,-0.016-0.024,-0.002-0.017,0.009 0.015,0.014 0.024,0.016 0.027,0.016 0.027,0.015 0.024,0.012 0.021,0.010 0.017,0.008 0.013,0.022-0.035,0.032-0.065,0.035-0.077,-0.022-0.018,0.016-0.052,0.015-0.029,0.013-0.012,0.010-0.084,-0.015-0.025,-0.022-0.000,-0.026 0.016,-0.009-0.092,-0.036-0.004,-0.032-0.008,-0.026-0.065,-0.021-0.011,-0.016 0.023,-0.011-0.000,-0.007 0.026,-0.005 0.055,-0.003 0.069,-0.001 0.073,0.000 0.069,0.000 0.062,0.001 0.038,0.001-0.019,0.001-0.036,0.001-0.066,0.001-0.044,0.001-0.018,0.000 0.000,-0.111-0.214,-0.087-0.023,-0.065 0.044,-0.024 0.117,-0.052 0.005,-0.031 0.018,-0.015 0.026,0.010-0.076,0.027-0.036,0.037-0.007,0.042 0.014,-0.359-0.350,-0.223-0.189,-0.140-0.116,-0.076-0.060,-0.278-0.115,-0.141 0.050,-0.079 0.108,1.248 1.011,-1.449-0.917,-0.028 0.110,0.065 0.123,-0.509-0.006,-0.139 0.085,0.030 0.096,1.904 0.616,-1.826-0.522,-0.053 0.014,0.020 0.019,0.066 0.021,0.084 0.001,-0.031-0.011,0.055 0.025,0.111 0.049,-0.579-0.083,-0.062 0.055,0.046 0.077,0.111 0.086,1.994 0.331,-1.643-0.155,-0.292 0.039,-2.012-0.008,-0.474 0.063,-0.125 0.050,0.108 0.039,3.946 0.041,-3.952-0.009,-0.048 0.017,0.118 0.011,-0.313 0.007,0.097 0.004,0.302 0.001,0.418-0.001,-0.315-0.001,0.168-0.003,0.318-0.003,-0.311 0.025,0.248 0.040,0.398 0.046,0.151 0.102,0.321 0.044,0.398 0.004,0.539-0.042,0.150 0.001,0.194 0.002,0.213 0.002,1.482-0.179,-1.882 0.423,0.022 0.087,0.157 0.014,-0.156 0.084,0.042-0.028,0.074-0.071,0.371-0.120,-0.005-0.027,0.039-0.041,0.067-0.049,-1.361 0.087,-0.373-0.033,0.002-0.053,0.746-0.106,0.151-0.039,0.212-0.037,0.244-0.034,-0.127-0.006,0.190-0.004,0.225 0.007,0.234 0.014,-0.090 0.044,0.143 0.031,0.158 0.030,0.113-0.035,-0.072 0.012,-0.007 0.010,0.038 0.009,-0.054 0.015,0.089-0.021,0.095-0.028,-0.065 0.023,-0.065 0.030,0.009 0.021,0.060 0.013,-0.027 0.008,0.020 0.003,0.051-0.000,0.070-0.002,0.833-0.223,-0.771 0.200,0.076-0.028,0.089-0.032,0.094-0.033,-0.061 0.011,0.108-0.002,0.122 0.010,-0.013 0.088,0.039 0.023,0.044-0.011,0.081-0.031,0.049-0.013,0.045-0.012,0.040-0.010,0.034-0.008,0.022 0.008,0.033 0.000,0.028 0.002,0.023 0.003,0.018 0.004,0.013 0.004,0.009 0.003,0.006 0.003,0.009 0.021,0.019 0.012,0.020 0.012,0.019 0.011,0.016 0.010,0.013 0.008,0.011-0.045,0.006-0.012,0.005-0.014,0.003-0.015,0.002-0.014,0.001-0.013,0.001 0.032,0.000 0.030,-0.000 0.038,-0.000 0.039,-0.001-0.037,-0.000 0.005,-0.000-0.000,-0.000-0.004,-0.000 0.139,-0.000 0.041,-0.000 0.012,0.079 0.006,0.056 0.008,0.037-0.021,0.022-0.038,0.011-0.046,0.003-0.049,-0.003-0.047,0.004-0.022,-0.015-0.035,-0.017-0.026,-0.017-0.019,-0.015-0.013,-0.013-0.008,-0.011-0.004,-0.008-0.002,-0.006 0.000,-0.004 0.001,0.008-0.006,0.038 0.032,0.047 0.039,0.050 0.041,0.027-0.001,0.028-0.010,0.021-0.022,0.057 0.033,0.037 0.024,0.017 0.013,0.002 0.005,0.023 0.011,-0.025-0.033,-0.031-0.041,-0.033-0.045,-0.033-0.044,0.015 0.005,0.002 0.016,0.019-0.024,0.030-0.013,0.011-0.019,-0.002-0.021,0.151 0.020,0.027 0.014,-0.005 0.023,0.016-0.012,0.014-0.013,-0.012-0.020,-0.101-0.024,-0.008 0.005,-0.005 0.010,-0.003 0.014,0.258 0.051,0.066 0.012,0.009 0.007,-0.028 0.003,-0.049 0.001,-0.229-0.061,0.010 0.020,0.264 0.080,0.046 0.019,-0.004 0.012,-0.037 0.006,-0.614-0.229,0.803 0.262,0.034 0.003,-0.004 0.002,0.120 0.024,-0.007-0.001,-0.043-0.002,-0.880-0.288,0.702 0.218,-0.027-0.008,-0.041-0.007,-0.047-0.006,-0.101-0.032,-0.063-0.024,-0.064-0.028,-0.061-0.029,0.071 0.053,-0.015 0.007,-0.025-0.010,-0.030-0.020,-0.031-0.025,-0.030-0.027,0.094-0.028,0.048-0.023,0.009-0.021,-0.017-0.017,0.020 0.051,0.037 0.047,0.006 0.039,-0.017 0.031,0.423 0.181,0.411 0.158,0.466 0.164,8.391 3.032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1968.000 927.000,'0.039'0.000,"0.059"0.000,0.066 0.000,0.065 0.000,0.059 0.000,0.050 0.000,0.041 0.000,0.031 0.000,0.023 0.000,0.016 0.000,0.010 0.000,0.970 0.000,0.647 0.000,0.392 0.000,0.274 0.000,0.382 0.000,0.224 0.000,1.146 0.000,0.202 0.000,-0.101 0.000,-0.619 0.000,0.073 0.000,-0.098 0.000,-0.212 0.000,-0.053 0.000,-0.153 0.000,-0.215 0.000,-0.246 0.000,-2.354 0.000,2.835 0.000,-0.191 0.000,-0.271 0.000,0.301 0.000,-0.083 0.000,-0.219 0.000,-0.286 0.000,-0.471-0.018,-0.042-0.030,-0.082-0.036,-0.015-0.018,-0.058-0.008,-0.114 0.000,-0.147 0.006,-0.135 0.010,-0.173 0.012,-0.190 0.013,-0.192 0.013,-0.070-0.066,-0.182-0.046,-0.180-0.032,-0.167-0.022,-0.148-0.013,0.861-0.922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1912.000 927.000,'0.039'0.000,"0.060"0.000,0.069 0.000,0.069 0.000,0.064 0.000,0.056 0.000,0.046 0.000,0.037 0.000,0.130 0.000,0.165 0.000,0.129 0.000,0.097 0.000,0.402 0.000,0.242 0.000,0.157 0.000,0.091 0.000,1.531 0.000,0.616 0.000,0.212 0.000,-0.311 0.000,-0.171 0.000,-0.237 0.000,-0.526 0.000,-0.133 0.000,-0.216 0.000,-0.263 0.000,0.181 0.000,-0.092 0.000,-0.178 0.000,-0.226 0.000,0.158 0.000,-0.156 0.000,-0.201 0.000,-1.476 0.000,1.306 0.000,-0.081 0.000,-0.092 0.000,-0.094 0.000,0.211 0.000,0.181 0.000,0.134 0.000,0.649 0.000,0.098 0.000,-0.080 0.000,-0.470 0.000,-0.007 0.000,-0.051 0.000,-0.079 0.000,0.133 0.000,-0.174 0.000,-0.211 0.000,-0.221 0.000,-0.237 0.000,-0.108 0.000,-0.124 0.000,-0.128 0.000,0.137 0.000,0.049 0.000,0.047 0.000,0.221 0.000,0.192 0.000,0.090 0.000,0.014 0.000,0.664 0.000,0.063 0.000,-0.050 0.000,-1.905 0.000,1.951 0.000,-0.119 0.000,-0.208 0.000,-0.477-0.013,-0.098-0.022,-0.121-0.027,-0.130-0.028,-0.090-0.015,-0.110-0.005,-0.118 0.003,-0.118 0.007,0.120-0.009,-0.101 0.019,-0.103 0.019,-0.145 0.026,-0.003 0.010,-0.006 0.009,-0.008 0.008,0.282 0.005,0.044 0.007,-0.019 0.005,0.019 0.003,0.055 0.002,0.040 0.001,0.027 0.000,0.198 0.000,0.008-0.001,-0.069-0.001,-0.163-0.001,-0.055-0.001,-0.074-0.000,-0.096-0.000,-0.041-0.000,-0.053-0.000,-0.059-0.000,0.088-0.000,0.009-0.000,-0.021-0.000,-0.040-0.000,-0.498 0.000,0.499-0.000,-0.022 0.000,-0.037 0.000,-0.045 0.000,-0.414 0.000,0.486-0.000,0.058 0.000,0.040 0.000,0.148 0.000,0.050 0.000,0.018 0.000,-0.047 0.000,-0.032 0.000,-0.042 0.000,-0.046 0.000,-0.002 0.000,-0.031 0.000,-0.049 0.000,-0.058 0.000,0.058 0.000,0.074 0.000,0.080 0.000,0.079 0.000,0.044 0.000,0.018 0.000,-0.001 0.000,-0.013 0.000,-0.736 0.000,1.020 0.000,0.042 0.000,-0.031 0.000,-0.075 0.000,-0.017 0.000,0.029 0.000,-0.098 0.000,-0.067 0.000,-0.088 0.000,-0.097 0.000,0.021 0.000,-0.142 0.000,-0.129 0.000,-0.111 0.000,-0.092 0.000,-0.072 0.000,-0.054 0.000,-0.038 0.000,-0.026 0.000,-0.016 0.000,0.023 0.000,0.052 0.000,0.063 0.000,0.069 0.000,0.025 0.000,0.009 0.000,0.055-0.004,-0.006-0.006,-0.043-0.007,-0.062-0.007,-0.069-0.006,-0.067-0.005,-0.060-0.004,-0.051-0.003,-0.041-0.002,-0.031-0.002,-0.023-0.001,-0.016-0.001,-0.010-0.000,-0.006-0.000,-0.003 0.000,-0.000 0.000,0.001 0.000,0.002 0.000,0.002 0.000,0.002 0.000,0.002 0.000,0.002-0.023,0.001-0.039,0.001-0.045,0.001-0.046,0.001-0.042,0.000-0.037,0.000-0.031,0.000-0.024,0.000-0.058,0.000-0.050,0.000-0.050,-0.000 0.380,0.000-0.986,0.000-0.335,0.000-0.183,0.000-0.524,0.000-0.161,-0.000 0.010,-0.089-0.195,-0.046 0.080,-0.016 0.196,0.004 0.248,0.026 0.079,0.017 0.001,0.025 0.286,0.015 0.147,0.014 0.171,0.012 0.177,0.011 0.160,0.008 0.105,0.006 0.104,0.005 0.098,0.004-0.113,0.004 0.065,0.002 0.069,0.001 0.051,0.000 0.063,-0.000 0.053,-0.001 0.042,-0.001 0.032,-0.001 0.023,-0.001 0.056,-0.000 0.034,-0.000 0.034,-0.000 0.031,-0.000 0.027,0.000 0.022,-0.000 0.017,0.000 0.013,-0.000 0.009,0.000 0.006,-0.000-1.223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125.000 692.000,'-0.011'0.034,"-0.017"0.051,-0.019 0.058,-0.019 0.057,-0.017 0.052,-0.015 0.044,-0.012 0.036,-0.009 0.028,-0.007 0.020,-0.005 0.014,-0.003 0.009,-0.002 0.005,-0.001 0.002,-0.000 0.000,0.000-0.001,0.025 0.019,-0.017 0.208,-0.022 0.259,-0.057 0.768,-0.022 0.350,-0.016 0.163,-0.011 0.029,0.017 0.284,0.021 0.119,0.028-0.046,0.030-0.153,0.030-0.215,-0.030 0.101,-0.013 0.023,-0.029 0.481,0.018-0.147,0.027-0.257,0.050-0.702,0.019-0.226,0.018-0.222,0.016-0.207,0.006 1.204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119.000 862.000,'0.000'0.039,"0.000"0.060,0.000 0.068,0.000 0.067,0.000 0.061,0.000 0.052,0.000 0.043,0.000 0.033,0.000 0.024,0.000 0.017,0.000 0.011,0.000 0.007,0.000 0.003,0.000 0.001,0.000-0.001,0.000-0.002,0.000-0.002,0.000 0.213,0.000 0.378,0.000 0.439,0.000 0.446,0.000-1.540,0.000 2.609,0.000 0.378,0.000 0.087,0.000-2.839,0.000 2.069,0.000-0.153,0.000-0.216,0.000-0.249,0.000 0.284,0.000-0.328,0.000-0.346,0.000-0.323,0.000-0.216,0.000-0.200,0.000-0.224,0.000-0.081,0.000-0.078,0.000-0.073,0.000 0.037,0.000-0.077,0.000-0.060,0.000-0.071,0.000-0.036,0.000-0.028,0.000-0.020,0.000 0.064,0.000 0.085,0.000 0.101,0.000 0.215,0.000 0.267,0.000 0.276,0.000 0.418,0.000 0.268,0.000 0.101,0.000-0.066,0.000 0.102,0.000-0.001,0.000-0.072,0.000-0.025,0.000-0.097,0.000-0.142,0.000-0.165,0.000-1.228,0.000 1.402,0.000-0.209,0.000-0.203,0.000-0.870,0.000 0.581,0.000-0.050,0.000-0.034,0.000-0.026,0.000-0.021,0.000-0.040,0.000-0.051,0.000-0.656,0.000 0.883,0.000 0.098,0.000 0.075,0.000-0.032,0.000 0.069,0.000 0.006,0.000-0.037,-0.081 0.478,-0.044 0.055,-0.017-0.030,0.001-0.080,0.006 0.099,0.020-0.013,0.095-1.438,-0.066 1.688,0.020 0.063,0.018-0.079,0.018-0.391,0.009-0.134,0.007-0.164,0.006-0.174,0.004-0.215,0.003-0.141,0.002-0.126,0.001-0.109,0.028 0.620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117.000 1009.000,'0.000'0.056,"0.000"0.084,0.000 0.094,0.000 0.092,0.000 0.082,0.000 0.069,0.000 0.055,0.000 0.041,0.000 0.132,0.000 0.132,0.000 0.054,0.000-0.001,0.053-0.018,0.034 0.002,0.019-0.018,0.008-0.032,0.093 0.172,0.031-0.012,0.002-0.036,-0.016-0.049,-0.027-0.053,-0.159-0.672,0.117 0.636,0.018 0.089,0.030 0.107,0.016 0.008,0.012-0.022,0.010-0.041,0.219 0.509,0.059 0.098,-0.007-0.015,-0.054-0.235,-0.010-0.029,-0.033-0.051,-0.047-0.063,0.076 0.170,-0.032-0.112,-0.054-0.143,-0.113-0.200,-0.041-0.007,-0.039-0.024,-0.036-0.035,0.052 0.148,0.006-0.043,-0.010-0.071,-0.040-0.138,-0.017-0.032,-0.018-0.045,-0.018-0.051,0.046-0.026,0.020-0.058,0.005-0.054,-0.006-0.048,0.000-0.001,-0.021-0.033,-0.023-0.023,-0.084-0.268,0.049 0.309,-0.015 0.053,-0.013 0.027,-0.011 0.008,-0.007 0.116,-0.011-0.022,-0.008-0.033,-0.047 1.119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125.000 1161.000,'-0.014'0.041,"-0.021"0.062,-0.023 0.069,-0.022 0.067,-0.020 0.061,-0.017 0.051,-0.014 0.041,-0.010 0.031,-0.007 0.022,-0.005 0.015,-0.003 0.009,-0.002 0.005,-0.001 0.002,0.035 0.133,0.014 0.151,0.016 0.104,0.017 0.065,0.016 0.036,0.019 0.130,0.010 0.177,0.025-0.940,-0.016 1.397,0.008 0.074,0.007-0.043,0.005-0.119,0.004 0.165,0.003-0.209,0.002-0.234,0.000-0.119,-0.000-0.121,-0.001-0.113,-0.001-0.188,-0.001-0.130,-0.001-0.123,-0.001-0.110,-0.001-0.094,-0.000-0.076,-0.000-0.059,-0.000-0.035,-0.000-0.044,-0.000-0.032,-0.000-0.021,-0.000-0.013,0.000-0.007,0.000-0.003,0.000 0.000,0.000 0.002,0.000 0.003,0.000 0.003,0.000 0.003,0.000 0.002,0.000 0.002,0.000 0.002,0.000 0.001,0.000 0.001,0.000 0.001,0.000 0.000,0.000 0.000,0.000 0.000,-0.000 0.000,0.000 1.224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75.000 1003.000,'-0.056'-0.084,"-0.086"-0.128,-0.097-0.145,-0.095-0.143,-0.087-0.130,-0.074-0.111,-0.130-0.132,-0.153-0.134,-0.155-0.124,-0.143-0.107,-0.124-0.088,-0.101-0.069,-0.811-0.657,-0.538-0.473,-0.272-0.264,-0.092-0.035,-0.199-0.148,-0.062-0.027,0.034 0.056,2.514 2.266,-2.753-2.929,-0.052-0.360,0.056-0.201,0.126-0.081,-0.854-1.573,0.001-0.319,0.226 0.099,0.350 0.354,0.400 0.486,0.400 0.530,0.087-3.517,0.407-1.480,0.454-0.300,0.441 0.440,0.395 0.847,0.331 1.018,0.269-3.630,0.190-1.657,0.138-0.159,0.089 1.295,0.053 0.823,0.032 1.219,0.017 1.393,0.006 1.408,-0.002 1.321,-0.007 1.172,-0.053 3.557,0.233-3.796,0.086 0.330,0.040 0.487,0.009 0.547,-0.012 0.542,-0.024 0.496,0.680-1.101,0.390-0.450,0.183-0.043,0.040 0.213,-0.052 0.354,-0.105 0.412,-0.129 0.414,-1.090 2.022,1.350-2.225,0.272-0.301,0.138-0.095,0.330-0.223,0.197-0.085,0.067 0.057,-0.027 0.152,1.505-1.557,0.929-0.808,0.905-0.784,-0.490 0.673,0.354-0.247,0.083 0.025,-0.109 0.212,1.740-1.680,-0.585 0.612,-0.911 0.928,-1.027 1.037,-1.006 1.010,-0.903 0.904,-0.539 0.858,-0.010 0.234,-0.128 0.245,-0.204 0.239,0.294 0.036,-0.318 0.336,-0.323 0.286,-1.186 0.443,0.956-0.141,-0.179 0.163,-0.176 0.116,0.218 0.078,0.024 0.048,-0.098 0.025,-0.165 0.009,-0.192-0.001,-0.193-0.008,-0.697-0.059,0.823 0.119,0.057 0.026,-0.026 0.006,-0.078-0.008,-0.106-0.016,-0.117-0.021,-0.116-0.022,0.742 0.102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108.000 591.000,'0.026'0.026,"0.041"0.041,0.048 0.048,0.050 0.050,0.047 0.047,0.042 0.042,0.036 0.036,0.029 0.029,-0.013 0.002,0.005 0.029,-0.000 0.028,-0.004 0.026,-0.231-0.303,0.754 0.990,0.220 0.297,0.080 0.122,-0.012 0.005,-0.067-0.066,-0.095-0.104,-0.103-0.118,0.357 0.383,0.327 0.424,0.313 0.530,0.043 0.137,-0.081-0.056,-0.157-0.179,-0.116-0.080,-0.207-0.234,-0.227-0.282,-0.224-0.293,-0.207-0.280,-0.181-0.253,-0.152-0.217,-0.272-0.650,0.228 1.098,-0.065 0.113,-0.059-0.033,-0.051-0.120,-0.042-0.163,-0.032-0.176,-0.596 0.878,-0.391 0.448,-0.232 0.146,-0.115-0.053,-0.033-0.170,0.021-0.229,-0.430 0.351,-0.416 0.419,-0.201 0.175,-0.042-0.004,-0.241 0.292,0.184-0.221,0.267-0.324,0.304-0.369,0.293-0.345,0.333-0.385,0.303-0.347,0.263-0.297,0.219-0.244,0.174-0.193,0.133-0.146,0.098-0.105,0.009-0.032,-0.052 0.009,-0.088 0.042,-0.104 0.059,-0.105 0.065,-0.076 0.154,-0.005 0.070,0.025 0.024,0.041-0.006,0.047-0.023,0.046-0.032,0.000 0.619,-0.033 0.476,-0.004 0.272,0.016 0.116,0.263-1.513,-0.303 2.235,0.066-0.143,0.068-0.285,0.063-0.345,0.055-0.351,0.045-0.323,0.035-0.146,0.024-0.146,0.017-0.157,0.011-0.151,0.007-0.134,0.003-0.113,0.057 0.239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132.000 1144.000,'0.054'0.000,"0.083"0.000,0.095 0.000,0.094 0.000,0.086 0.000,0.074 0.000,0.061 0.000,0.047 0.000,0.035 0.000,0.025 0.000,0.016 0.000,0.010 0.000,0.057 0.016,0.092 0.025,0.103 0.028,0.102 0.028,0.093 0.026,0.080 0.022,0.065 0.018,0.051 0.014,0.038 0.011,0.027 0.008,4.614 0.035,2.987 0.022,1.621-0.002,0.734-0.025,0.225-0.024,-0.389-0.029,-0.781-0.030,0.844-0.014,-1.497-0.036,-1.627-0.030,-0.733-0.024,-0.875-0.018,-0.889-0.013,-0.600-0.009,-0.707-0.005,-0.713-0.003,-0.937 0.014,-0.231 0.022,-0.237 0.027,-0.228 0.029,0.149 0.082,-0.074 0.042,-0.142 0.016,-0.180-0.002,-0.030 0.081,0.009 0.049,-0.031 0.015,-0.057-0.009,0.604 0.219,-0.011 0.030,-0.136-0.032,-0.223-0.063,0.002 0.002,-0.064-0.014,-0.105-0.024,0.033 0.000,0.063 0.006,0.016-0.008,-0.018-0.017,0.430 0.151,0.093 0.053,-0.022 0.014,0.276 0.071,0.276 0.052,0.121-0.006,0.007-0.047,0.821 0.076,-0.219-0.138,-0.377-0.142,-0.763-0.141,-0.170-0.043,-0.198-0.049,-0.206-0.050,-0.122-0.048,-0.163-0.045,-0.182-0.040,-0.187-0.034,-0.012 0.033,-0.111 0.011,-0.124-0.000,-0.125-0.008,-0.008 0.005,-0.138-0.022,-0.114-0.023,-0.092-0.005,-0.093 0.003,-0.075 0.009,-0.057 0.012,-0.041 0.013,-0.028 0.012,-0.046-0.005,0.002 0.037,0.008 0.043,0.011 0.046,-0.068-0.117,0.205 0.325,0.056 0.095,0.035 0.069,-0.299-0.486,0.404 1.167,-0.000 0.526,-0.041 0.450,-0.361-1.837,0.227 1.781,-0.046 0.162,-0.046 0.053,-0.113 0.271,-0.103 0.003,-0.085-0.115,-0.067-0.188,-0.290-0.122,-0.184-0.189,-0.102-0.223,-0.040-0.233,-0.340 0.057,-0.084-0.267,-0.008-0.257,-0.100-0.257,0.020-0.235,0.092-0.202,-0.032-0.123,-0.284-0.010,-0.277 0.001,-0.257 0.009,-1.684 0.070,-0.917-0.003,-0.589-0.009,-1.078 0.019,-0.428 0.035,0.020 0.043,0.304 0.045,-0.266 0.159,0.125 0.074,0.366 0.013,0.575-0.158,0.000-0.060,0.245-0.073,0.403-0.078,-0.565 0.044,0.532-0.057,0.635-0.068,0.953-0.104,0.323-0.048,0.321-0.044,0.304-0.039,-0.256-0.025,0.240-0.037,0.262-0.028,0.257-0.020,0.014-0.013,-0.017-0.008,0.050-0.005,0.100-0.000,0.007-0.000,0.061 0.001,0.095 0.001,-0.006 0.001,0.030 0.002,0.054 0.002,0.068 0.002,0.007 0.002,0.071 0.001,0.111 0.001,0.134 0.001,-0.251 0.001,0.122 0.001,0.156 0.001,0.931-0.000,-1.250-0.015,-0.158-0.025,-0.033-0.028,0.048-0.028,0.094-0.026,0.622 0.049,-0.018 0.000,-1.014-0.161,-0.110-0.073,0.019-0.047,0.219 0.006,-0.077-0.041,0.007-0.021,0.064-0.006,-0.113-0.004,0.065 0.039,0.110 0.049,0.133 0.053,-0.260-0.006,0.124 0.024,0.167 0.009,0.337 0.055,0.051-0.000,0.072-0.003,0.083-0.005,-0.248-0.099,-0.021-0.018,0.009 0.012,0.062-0.004,-0.002-0.005,0.043 0.016,0.070 0.029,-0.327-0.134,-0.072-0.036,0.017 0.010,-0.214-0.027,-0.142-0.018,-0.037 0.003,0.036 0.017,-0.131-0.076,0.076-0.018,0.141 0.004,-0.035-0.099,0.119-0.012,0.131 0.020,-0.068-0.046,-0.017 0.001,0.016 0.030,0.128 0.047,0.033 0.007,0.086 0.028,0.115 0.040,-0.177-0.183,0.052-0.041,0.093 0.010,0.303 0.182,0.067 0.038,0.082 0.041,0.089 0.041,-0.060-0.059,0.122 0.047,0.106 0.039,-0.025-0.025,-0.020 0.022,-0.015 0.049,-0.060-0.108,-0.082-0.113,-0.023-0.071,0.018-0.038,-0.030-0.163,-0.001-0.118,0.019-0.081,0.031-0.051,-0.101-0.354,0.031-0.089,0.057 0.009,0.021-0.101,-0.003-0.017,-0.019 0.038,0.057 0.131,0.029 0.038,0.061 0.083,0.080 0.108,0.019-0.138,0.122 0.150,0.110 0.170,0.209 0.695,-0.087-0.579,0.075 0.121,0.055 0.119,0.039 0.107,0.026 0.091,0.015 0.072,0.147-0.632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327.000 1214.000,'0.000'0.016,"0.000"0.024,0.000 0.026,0.000 0.026,0.000 0.023,0.000 0.020,0.000 0.016,0.000 0.012,0.000 0.008,0.000 0.006,0.000 0.004,0.000 0.002,0.000 0.001,0.000 0.000,0.000-0.000,0.000-0.001,0.000-0.001,0.000 0.026,0.000 0.086,0.000 0.102,0.000 0.168,0.000 0.078,0.000 0.050,0.000 0.306,0.000 0.235,0.000 0.100,0.000 0.004,0.000-1.038,0.000 1.261,0.000-0.115,0.000-0.163,0.000-0.233,0.000-0.146,0.000-0.130,0.000-0.110,0.000-0.090,0.000-0.202,0.000-0.018,0.013 0.050,0.022-0.026,0.027-0.024,0.028-0.022,0.047 0.060,0.003-0.019,-0.010-0.015,-0.017-0.068,0.010-0.011,0.014-0.009,0.017-0.007,0.031 0.048,-0.014 0.002,-0.023 0.003,-0.033-0.022,-0.023-0.005,-0.022-0.006,-0.019-0.006,0.982 0.741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1032.000 1251.000,'0.026'0.000,"0.042"0.000,0.048 0.000,0.050 0.000,0.047 0.000,0.042 0.000,0.036 0.000,0.029 0.000,0.304 0.017,0.480 0.026,0.558 0.031,0.573 0.032,1.437 0.000,1.178 0.002,0.773-0.004,0.450-0.009,3.787 0.010,0.568-0.021,-0.348-0.020,-0.871-0.018,-1.109-0.015,-1.154-0.012,1.513-0.009,0.632-0.006,-0.093-0.004,-0.089-0.003,-0.692-0.001,-1.057-0.001,-1.197-0.000,-1.185 0.000,-1.080 0.000,-0.926 0.001,0.087 0.001,0.374 0.000,0.208 0.000,0.367 0.000,0.258 0.000,0.122 0.000,0.022 0.000,-3.165 0.000,6.063 0.000,0.578 0.000,-0.065 0.000,-6.179-0.000,6.619 0.000,-0.246 0.000,-0.611 0.000,-0.784 0.000,-0.825 0.000,-0.781 0.000,1.992 0.195,0.936 0.132,0.208 0.082,-1.291 0.127,0.057 0.157,-0.132 0.112,-0.255 0.075,0.577 0.284,0.272 0.202,0.047 0.134,-0.112 0.080,-5.418-1.207,7.940 1.649,-0.180-0.122,-0.652-0.206,-0.887-0.241,-0.958-0.242,-0.922-0.223,-4.892-0.805,0.106-0.002,6.530 0.597,0.932-0.086,0.131-0.100,-0.414-0.104,-0.752-0.100,-0.778-0.096,-0.735-0.076,-0.028-0.052,-1.113-0.068,-1.059-0.050,-0.940-0.035,-0.981-0.019,-0.548-0.011,-0.449-0.006,-0.354-0.003,-0.269 0.000,-0.195 0.002,-0.086 0.005,0.000 0.003,0.046 0.003,0.075 0.003,0.118 0.003,0.089 0.002,0.063 0.002,0.042 0.002,0.200 0.001,0.025 0.002,0.004 0.001,0.179 0.001,0.050 0.000,-0.017 0.000,-0.056-0.000,-0.074-0.000,-0.079-0.000,0.039-0.000,0.135-0.000,0.069-0.000,0.018-0.000,0.459 0.000,0.245-0.000,0.211 0.000,0.173-0.000,-1.700 0.000,2.499 0.000,0.445 0.000,0.256 0.000,0.835 0.000,0.134 0.000,-0.240 0.000,-0.456 0.000,-0.556 0.000,-0.575 0.000,0.087 0.000,-0.284 0.000,-0.373 0.000,-0.394 0.000,-0.371 0.000,-0.325 0.000,-2.426-0.000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973.000 1290.000,'0.040'0.000,"0.060"0.000,0.068 0.000,0.066 0.000,0.060 0.000,0.050 0.000,0.040 0.000,0.031 0.000,0.022 0.000,0.015 0.000,0.009 0.000,1.924-0.119,1.392-0.074,0.894-0.038,0.505-0.012,0.513-0.087,0.386-0.052,0.078-0.016,-0.140 0.010,1.097-0.104,-0.402 0.014,-0.653 0.044,-0.021 0.039,-0.627 0.075,-0.700 0.073,-1.161 0.092,-0.278 0.037,-0.313 0.032,-0.321 0.027,0.031 0.021,-0.198 0.019,-0.236 0.014,-0.248 0.010,-0.059-0.048,0.026-0.031,0.007-0.017,-0.006-0.007,0.132-0.013,0.060-0.016,0.008-0.018,-0.029-0.018,1.057-0.048,0.275 0.014,0.104 0.025,-0.011 0.037,-0.077 0.027,-0.255 0.025,-0.053 0.028,0.209 0.014,0.046 0.012,-0.070 0.010,0.292 0.008,0.102 0.006,-0.035 0.005,-0.128 0.003,0.553 0.002,0.045 0.001,-0.159 0.000,-0.287 0.000,0.999 0.001,0.017-0.001,-0.164-0.001,-0.088-0.001,0.106-0.001,-0.103-0.001,-0.234-0.001,0.444-0.000,0.214-0.000,-0.003-0.000,-3.835-0.003,4.777-0.073,0.247-0.036,-0.078-0.016,-0.286-0.002,0.506 0.001,-0.232 0.015,-0.493 0.018,-0.506 0.022,-0.306 0.015,-0.399 0.014,-0.001 0.072,-0.094 0.046,-0.256 0.027,-0.349 0.012,0.146 0.023,-0.525-0.010,-0.483-0.017,0.087 0.008,-0.073 0.023,-0.165 0.030,-0.185-0.007,-0.156-0.010,-0.229-0.018,-0.259-0.021,-0.418-0.037,-0.078-0.014,-0.084-0.013,0.226-0.008,0.012-0.013,-0.032-0.010,-0.060-0.008,0.118 0.053,0.053 0.032,0.005 0.016,-0.027 0.004,0.600 0.016,0.165-0.015,0.053-0.019,-1.859-0.078,2.343 0.148,0.165 0.021,-0.006-0.003,-0.111-0.017,-0.250-0.025,-0.315-0.027,-0.161-0.027,-0.220-0.024,-0.238-0.020,-0.200-0.017,-0.206-0.012,-0.209-0.009,-0.194-0.006,-0.200-0.003,-0.014-0.002,-0.024-0.001,0.183-0.002,-0.008-0.000,-0.033 0.000,-0.047 0.000,-0.052 0.001,0.001 0.001,0.061 0.001,0.040 0.000,0.133 0.019,0.080 0.031,0.039 0.037,0.033 0.018,0.008 0.008,-0.023-0.000,-0.044-0.006,0.174 0.115,0.040 0.060,-0.014 0.024,-0.050-0.002,-0.877-0.236,1.000 0.262,-0.013-0.001,-0.026-0.000,-0.056 0.000,-0.072 0.001,-0.077 0.001,-0.078-0.042,-0.035-0.032,-0.048-0.038,-0.054-0.039,-0.055-0.037,-0.051-0.034,0.180-0.026,-0.688-0.066,0.852 0.035,-0.014-0.022,-0.081-0.016,-0.115-0.011,-0.127-0.007,-0.124-0.004,-0.112-0.001,-0.094 0.001,-0.007 0.001,0.015 0.001,0.029 0.001,-0.009 0.002,-0.016 0.001,-0.020 0.001,0.854 0.001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108.000 546.000,'0.000'0.033,"0.000"0.050,0.000 0.056,0.000 0.055,0.000 0.049,0.000 0.041,0.000 0.033,0.000 0.025,0.000 0.018,0.000 0.012,0.000 0.008,0.000 0.004,0.000 0.002,0.000 0.000,0.000-0.001,0.000-0.002,0.000-0.002,0.000-0.002,0.000-0.001,0.000-0.001,0.000-0.001,0.000-0.001,0.000-0.001,0.000-0.000,0.000-0.000,0.000-0.000,0.000-0.000,0.000 0.000,0.000 0.000,0.000 0.000,0.000 0.000,0.000 0.000,0.000 0.000,0.000 0.000,0.000 0.000,0.000 0.000,0.000 0.000,0.000 0.000,0.000 0.000,0.000 0.000,0.003-0.234,0.065 1.969,0.033 0.990,0.016 0.604,0.004 0.306,0.016 3.099,-0.016 1.247,-0.020 0.459,-0.025 0.079,-0.017 0.043,-0.016-0.336,-0.012 0.390,-0.012-0.755,-0.009-1.043,-0.007-0.100,-0.004-0.433,-0.003-0.601,0.002-4.934,-0.003 4.428,-0.001-0.212,-0.000-0.283,0.001-0.477,0.000-0.135,0.000-0.237,0.000-0.292,0.000 1.070,0.001 0.073,0.000-0.100,0.027-0.353,0.044 0.422,0.053 0.238,0.057 0.098,0.093 2.533,0.006 0.391,-0.020-0.118,-0.021-0.997,0.009 0.264,-0.007-0.026,-0.018-0.226,-0.024 0.471,-0.027 0.079,-0.028-0.197,-0.027-0.378,-0.091-5.466,0.074 7.961,-0.032 0.012,-0.026-0.356,0.006-0.718,0.034 0.570,0.046 0.121,0.052-0.197,0.040 0.271,0.029-0.164,0.020-0.457,0.013-0.636,0.146 1.753,0.094-0.795,0.098-1.026,-0.031-0.790,-0.039-0.595,-0.065-0.748,0.070-0.324,0.004-0.471,-0.039-0.530,-0.063-0.529,-0.095-0.418,-0.066-0.246,-0.063-0.295,-0.186-2.431,0.114 2.292,-0.045-0.095,-0.037-0.145,-0.030-0.170,-0.023 0.834,-0.023-0.004,-0.014-0.169,-0.008-0.254,-0.003 0.564,0.000 0.473,0.004-0.174,0.002 0.085,0.003 0.013,0.010-3.104,-0.007 4.609,0.002 0.782,0.002 0.339,0.004-5.204,-0.002 4.993,0.001 0.443,0.001 0.267,0.001 0.130,0.028 3.239,0.043 0.194,0.049-0.573,-0.012-2.594,0.003-0.743,-0.004-0.831,-0.008-0.849,-0.011-0.722,-0.012-0.703,-0.013-0.652,-0.012-0.582,-0.005-0.094,-0.015-0.560,-0.012-0.431,-0.009-0.096,-0.006-0.101,-0.004-0.109,-0.003-0.105,-0.001-0.222,-0.001-0.067,-0.000-0.059,-0.015 3.108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96.000 1142.000,'0.000'0.053,"0.000"0.087,0.000 0.106,0.000 0.114,0.015 0.176,0.023 0.062,0.027 0.025,0.027-0.000,0.025-0.017,0.124 0.156,0.190 0.297,0.217 0.353,0.220 0.366,0.207 0.350,1.119 2.342,0.469 0.993,0.081 0.181,-0.168-0.342,-0.310-0.641,-0.375-0.777,-0.385-0.801,-0.361-0.752,-0.317-0.661,-0.264-0.552,-0.210-0.439,-0.160-0.334,-0.116-0.242,-0.079-0.165,-0.049-0.103,-0.011-0.134,0.023-0.115,0.039-0.099,0.046-0.081,0.176-0.141,0.131-0.166,0.085-0.081,0.049-0.017,0.074-0.025,0.035 0.024,0.006 0.057,-0.015 0.076,0.048 0.045,-0.029 0.099,-0.056 0.095,-0.071 0.087,0.018 0.053,-0.048 0.087,-0.062 0.074,-0.068 0.061,-0.066 0.048,-0.061 0.037,-0.053 0.026,-0.028-0.004,-0.019-0.010,-0.006-0.019,0.002-0.024,0.007-0.024,0.010-0.023,-0.087 0.206,0.089-0.269,0.013-0.036,0.014-0.013,0.013 0.003,0.012 0.013,0.047-0.038,0.026-0.047,0.076-0.313,0.022-0.135,0.014-0.065,0.091-0.183,0.047-0.073,0.016 0.000,-0.109 0.230,-0.012 0.015,-0.016 0.035,-0.017 0.047,0.001-0.037,-0.019 0.050,-0.018 0.071,-0.016 0.081,0.024-0.029,-0.054 0.131,-0.057 0.119,-0.053 0.101,-0.046 0.082,-0.038 0.063,-0.030 0.057,-0.021 0.039,-0.015 0.029,-0.010 0.021,-0.006 0.014,-0.003 0.009,-0.001 0.005,0.000 0.002,0.001-0.000,0.001-0.001,0.002-0.002,0.002-0.002,0.001-0.002,0.001-0.002,0.001-0.002,0.001-0.001,0.001-0.001,0.000-0.001,0.000-0.000,0.000-0.000,0.000-0.000,0.000 0.000,0.028-0.049,0.043-0.074,0.048-0.083,-0.005 0.013,0.003-0.021,-0.005-0.011,-0.010-0.003,0.234-2.134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89.000 1175.000,'-0.045'-0.074,"-0.067"-0.113,-0.075-0.125,-0.073-0.122,-0.066-0.109,-0.055-0.092,-0.556-0.522,-0.453-0.468,-0.350-0.394,-0.257-0.314,-0.178-0.238,-0.114-0.171,-0.065-0.115,-0.030-0.071,-0.228-0.617,-0.223-0.483,0.008-0.100,0.160 0.159,-0.390-0.721,0.134 0.054,0.244 0.226,-0.379-1.195,-0.061-0.462,0.140 0.029,0.362 0.377,0.041-0.269,0.137-0.052,0.193 0.098,-0.416-1.737,0.118-0.101,0.235 0.386,0.290 0.662,0.302 0.784,0.285 0.798,-0.173-1.133,-0.251-1.229,-0.115-0.602,-0.015-0.136,-0.692-3.086,0.111-0.033,0.284 0.565,0.618 1.703,0.276 0.406,0.269 0.641,0.249 0.761,0.691 5.645,-0.503-6.822,0.256 0.663,0.193 0.802,0.138 0.814,0.080 0.677,0.043-0.508,0.023-0.243,0.015-0.174,0.007 0.112,0.001 0.305,0.001-0.205,-0.006 0.377,-0.008 0.511,-0.009 0.571,-0.004-1.081,-0.011 0.050,-0.010 0.205,-0.013 4.496,0.193-4.448,0.108-0.072,0.071 0.069,0.046-0.367,0.064-0.282,0.059-0.027,0.052 0.143,0.197-0.604,0.071 0.059,0.006 0.276,-0.056 0.741,0.022 0.075,-0.016 0.264,-0.042 0.380,-0.602 3.704,0.612-3.550,0.007 0.251,0.002 0.330,-0.002 0.367,0.471-1.186,0.141 0.071,0.052 0.254,0.077 0.011,0.002 0.195,-0.045 0.292,-0.090 0.132,0.028-0.152,-0.052 0.098,-0.103 0.261,0.061 0.056,-0.034 0.324,-0.064 0.389,-0.039 0.241,-0.009 0.210,-0.018 0.248,-0.023 0.259,0.347-0.685,0.039-0.104,-0.021 0.032,0.055 0.030,-0.071 0.193,-0.142 0.277,-0.276 0.437,-0.123 0.213,-0.112 0.215,-0.097 0.203,-0.052 0.166,-0.005 0.056,-0.027 0.065,-0.042 0.068,0.197-0.122,0.018 0.067,-0.026 0.086,-0.657 0.664,0.722-0.680,-0.040 0.062,-0.068 0.076,-0.199 0.211,-0.033 0.073,-0.025 0.073,-0.019 0.069,-0.026 0.050,-0.030 0.034,-0.031 0.020,-0.031 0.010,0.098-0.096,-0.001-0.038,-0.021-0.017,-0.033-0.002,-0.038 0.007,-0.125 0.089,0.003-0.013,0.318-0.323,0.088-0.104,0.026-0.036,-0.043-0.055,-0.081 0.023,-0.098 0.068,-0.101 0.090,-0.093 0.097,-0.081 0.092,-0.067 0.082,-0.053 0.069,-0.039 0.055,-0.028 0.042,-0.018 0.030,-0.011 0.020,-0.118-0.070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49.000 617.000,'0.032'0.000,"0.049"0.000,0.055 0.000,0.054 0.000,0.049 0.000,0.042 0.000,0.034 0.000,0.026 0.000,0.064 0.000,0.092 0.000,0.099 0.000,0.094 0.000,0.084 0.000,0.071 0.000,0.057 0.000,0.477 0.137,0.374 0.096,0.203 0.062,0.076 0.035,-0.013 0.016,-1.573-0.271,1.778 0.307,0.168 0.068,0.466 0.229,0.129 0.139,-0.014 0.087,-0.107 0.047,0.206 0.186,-0.068 0.028,-0.142-0.043,-2.295-0.896,2.103 0.945,-0.275-0.035,-0.328-0.081,-0.518-0.185,-0.227-0.052,-0.228-0.066,-0.216-0.073,-0.109 0.018,-0.155-0.042,-0.141-0.052,-0.124-0.056,-0.104 0.049,-0.085 0.057,-0.067 0.059,-0.051 0.057,-0.128 0.216,-0.160 0.047,-0.162 0.026,-0.351 0.361,-0.283 0.292,-0.203 0.183,0.980-1.489,-1.668 2.590,-0.269 0.461,-0.093 0.190,0.299-0.288,-0.050 0.228,0.035 0.061,0.091-0.059,1.472-2.750,-1.379 2.600,0.152-0.227,0.194-0.288,0.214-0.316,-1.967 6.661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431.000 749.000,'0.078'0.000,"0.118"0.000,0.132 0.000,0.128 0.000,0.115 0.000,0.096 0.000,0.077 0.000,0.058 0.000,-0.070 0.000,0.083 0.000,0.092 0.000,0.092 0.000,0.087 0.000,0.373 0.010,0.305 0.015,0.317 0.017,0.300 0.017,0.266 0.016,0.224 0.014,0.180 0.012,0.139 0.009,-2.516-0.089,4.942 0.068,1.798-0.007,1.085-0.009,1.609-0.008,0.532-0.012,-0.007-0.011,-0.371-0.010,0.496-0.010,0.407-0.007,-0.072-0.005,-0.401-0.004,-8.178-0.008,9.685-0.075,-0.792-0.039,-1.208-0.017,-1.393-0.002,-1.416 0.008,-1.331 0.014,-1.183 0.017,-1.004 0.018,-0.539-0.022,0.025-0.021,-2.517 0.090,2.798-0.108,-0.100 0.002,-0.205 0.009,-0.266 0.013,-2.358 0.089,2.328-0.075,-0.218 0.018,-0.241 0.017,-0.242 0.015,0.100 0.012,-0.165 0.013,-0.206 0.010,-0.218 0.008,-0.211 0.006,-0.191 0.004,-0.165 0.002,-1.009-0.003,0.023 0.000,1.735 0.004,0.252 0.000,0.043-0.000,-1.860-0.004,1.766 0.004,-0.154-0.001,-0.232-0.001,-0.267-0.001,-0.271-0.001,-0.255-0.000,1.801-0.001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441.000 964.000,'0.086'0.000,"0.133"0.000,0.151 0.000,0.151 0.000,0.138 0.000,0.119 0.000,0.098 0.000,0.077 0.000,0.058 0.000,0.041 0.000,0.027 0.000,0.016 0.000,0.008 0.000,0.003 0.000,5.268-0.810,3.422-0.487,2.013-0.247,2.736-0.358,1.025-0.145,-0.114-0.002,0.757-0.164,-0.445 0.084,-1.149 0.230,-2.348 0.451,-0.536 0.191,-0.824 0.204,-0.969 0.201,-0.055 0.067,-0.389 0.092,-0.591 0.104,-0.692 0.105,1.642 0.042,-0.811 0.130,-1.118 0.106,-1.203 0.082,-1.045 0.062,-0.475 0.037,-1.145 0.022,-0.442 0.013,-0.473 0.008,-0.469 0.005,-0.401 0.002,-0.386 0.000,-0.355-0.001,-0.315-0.002,-0.024 0.001,-0.279-0.005,-0.221-0.004,-0.159-0.004,-0.095-0.003,-0.055-0.003,-0.025-0.002,-0.002-0.001,0.059-0.001,0.054-0.001,-0.362 0.000,0.501-0.000,0.039-0.000,0.005-0.000,-0.024 0.000,0.003 0.000,-0.018 0.000,-0.032 0.000,-0.011 0.000,-0.050 0.000,-0.050 0.000,-0.047 0.000,0.932 0.000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430.000 1226.000,'0.137'0.000,"0.220"0.000,0.262 0.000,0.274 0.000,0.265 0.000,1.207 0.080,0.723 0.058,0.397 0.040,0.156 0.025,-0.011 0.014,-0.119 0.005,2.627-0.005,1.348-0.024,0.508-0.030,0.862-0.035,0.376-0.027,-0.177-0.025,-0.527-0.022,-0.720-0.018,0.183-0.015,0.514-0.010,7.643-0.276,2.860-0.145,0.858-0.051,-0.428 0.010,-3.747 0.147,0.666 0.032,0.002 0.035,-12.268 0.187,17.553 0.090,-1.812 0.179,-2.666 0.092,26.743 1.486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1623.000 832.000,'0.048'0.008,"0.074"0.012,0.084 0.014,0.084 0.014,0.077 0.013,0.067 0.011,0.055 0.009,0.043 0.007,0.032 0.005,0.023 0.004,0.211-0.004,0.294-0.011,0.327-0.014,0.321-0.014,0.291-0.013,0.248-0.012,0.201-0.010,-1.979-0.020,5.588-0.118,2.436-0.074,1.347-0.039,0.530-0.012,1.429 0.233,0.234 0.204,-0.319 0.166,-9.235-0.270,10.957 0.860,-0.634 0.350,-1.019 0.246,-2.363-0.154,-0.265 0.077,-0.460 0.015,-0.570-0.029,-0.151-0.084,-0.385-0.118,-0.526-0.135,-0.596-0.140,-0.041-0.149,-0.292-0.148,-0.451-0.139,-0.537-0.125,-3.979-0.326,4.306 0.222,-0.615-0.117,-0.655-0.089,-3.401-0.089,3.029 0.014,-0.378-0.042,-0.400-0.026,-2.476 0.028,2.382-0.048,-0.317-0.004,-0.335 0.002,-0.279 0.013,-0.049 0.006,-0.138 0.006,-0.190 0.006,-0.178 0.006,-0.125 0.005,-0.147 0.004,-0.154 0.003,0.085 0.002,-0.103 0.003,-0.095 0.002,-0.770 0.001,0.655 0.001,0.000 0.001,-0.019 0.000,-0.030 0.000,0.355 0.000,0.080-0.000,0.030-0.000,-0.185-0.000,-0.041-0.000,-0.075-0.000,-0.093-0.000,-0.085-0.000,-0.074-0.000,-0.063-0.000,-0.051-0.000,0.105-0.000,-0.033-0.000,-0.055-0.000,-0.063 0.000,0.082 0.000,0.059 0.000,-0.065 0.000,-0.020 0.000,-0.034 0.000,-0.043 0.000,0.009 0.000,-0.047 0.000,-0.042 0.000,0.936 0.000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220.000 1103.000,'0.908'-0.096,"0.607"-0.068,0.371-0.046,0.193-0.028,0.067-0.014,0.549-0.087,0.514-0.057,0.294-0.013,0.128 0.017,0.009 0.036,-2.717 0.278,5.328-0.263,1.472 0.012,0.797 0.026,0.286 0.034,0.555 0.038,0.073 0.039,-0.265 0.037,-0.485 0.034,0.212 0.030,-0.166 0.026,-0.420 0.021,-0.574 0.017,1.520 0.014,-0.337 0.013,-0.627 0.008,-6.641-0.006,7.079 0.012,-0.496 0.002,-0.716-0.000,-6.133-0.013,5.420 0.011,-0.701-0.002,-0.720-0.002,-0.699-0.113,-0.448-0.101,-0.470-0.086,-0.449-0.071,-2.663 0.289,2.613-0.343,0.062-0.023,-0.044 0.013,0.033 0.011,-0.300 0.057,-0.340 0.063,-0.555 0.089,-0.180 0.042,-0.188 0.038,-0.184 0.033,-0.145 0.028,-0.163 0.023,-0.167 0.018,-0.161 0.014,0.141 0.011,-0.018 0.008,-0.049 0.005,-0.066 0.002,0.142-0.001,0.132-0.001,0.060-0.001,0.267-0.002,0.173-0.002,0.082-0.002,0.014-0.002,0.829-0.084,0.088-0.047,-0.091-0.018,-0.446 0.016,-0.001-0.016,-0.064-0.016,-0.105-0.016,0.185-0.027,-0.057-0.014,-0.137-0.012,-0.183-0.009,0.375-0.033,-0.135 0.029,-0.229 0.038,-0.184-0.043,-0.224-0.006,-0.230 0.017,-0.259 0.055,-0.097 0.026,-0.093 0.027,-0.084 0.026,-0.073 0.024,0.217 0.015,0.032 0.023,-0.012 0.017,-0.037 0.012,-0.154 0.007,-0.006 0.004,-0.021 0.002,0.140-0.034,0.010-0.057,0.048-0.030,-0.005-0.011,-0.038 0.003,-0.175 0.013,-0.073-0.011,-0.078-0.014,-0.078-0.016,-0.025-0.058,-0.081-0.024,-0.064-0.020,-0.048-0.016,-0.034-0.012,-0.023-0.009,-0.014-0.006,-0.007-0.004,-0.003-0.002,0.001-0.001,-0.002 0.054,0.016 0.002,0.020 0.001,0.022 0.001,0.108-0.442,0.037-0.253,0.004-0.141,-0.054 0.009,-0.021-0.089,-0.025-0.040,-0.027-0.003,-0.021-0.151,-0.028-0.003,-0.025 0.050,-0.021 0.082,-0.015-0.298,-0.018 0.001,-0.013 0.045,-0.007 0.265,-0.004 0.013,-0.003 0.046,-0.001 0.067,-0.014 0.025,-0.022 0.047,-0.026 0.061,-0.028 0.067,0.070 0.682,-0.211-0.970,-0.039 0.008,-0.001 0.047,-0.061 0.040,-0.009 0.032,0.023 0.024,-0.042-0.094,0.005 0.008,0.033 0.071,-0.036 0.019,0.009 0.070,0.035 0.095,0.010 0.108,-0.023 0.027,-0.011 0.062,-0.002 0.081,-0.040 0.007,0.050 0.117,0.059 0.104,0.060 0.088,0.055 0.070,0.048 0.053,0.039 0.038,0.030 0.026,0.022 0.016,0.016 0.009,0.010 0.003,0.006 0.000,0.003-0.002,0.051-1.152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1481.000 1021.000,'-0.015'0.029,"-0.023"0.046,-0.027 0.053,-0.027 0.054,-0.025 0.051,-0.022 0.045,-0.019 0.038,-0.015 0.030,-0.012 0.023,-0.009 0.017,0.152-0.298,-0.340 1.241,-0.092 0.450,-0.039 0.156,-0.003-0.040,0.117-0.250,0.041 0.002,0.048-0.053,0.013-0.001,0.022-0.163,0.011-0.178,0.043-0.144,0.026-0.055,0.028-0.067,0.028-0.073,0.027 0.087,0.025 0.034,0.022-0.005,0.018-0.032,0.015 0.084,0.012 0.054,0.010 0.030,0.007 0.012,0.002-0.893,0.004 1.102,0.003 0.085,0.002 0.021,0.001-0.025,-0.007-1.117,0.009 1.631,-0.001 0.095,-0.001 0.006,-0.002 0.030,-0.001 0.019,-0.001-0.081,-0.001 0.077,-0.001-0.082,-0.001-0.157,-0.001-0.195,-0.000-0.068,-0.000-0.279,-0.000-0.257,0.000-0.890,-0.000 0.655,-0.000-0.071,0.000-0.080,0.000-0.081,0.000-0.055,0.000-0.067,0.000-0.055,0.000 0.072,0.000 0.058,0.000 0.035,0.000 0.017,0.028 0.275,0.043 0.050,0.048-0.021,0.019 0.058,0.029 0.073,0.024 0.010,0.020-0.031,0.136 0.266,0.067 0.059,0.034 0.005,0.228 0.233,0.163 0.135,0.091 0.007,0.246 0.171,0.043-0.099,-0.048-0.186,-0.016-0.140,-0.079-0.183,-0.111-0.195,-0.108-0.252,0.008-0.089,-0.017-0.091,-0.032-0.088,-0.082-0.104,-0.038-0.062,-0.037-0.053,-0.034-0.043,0.076-0.021,0.095-0.005,0.103 0.007,0.104 0.015,1.111 0.048,0.687-0.034,0.479-0.047,1.186-0.039,0.613-0.058,0.343-0.052,-0.260-0.069,0.253-0.051,0.012-0.051,-0.152-0.048,-0.133-0.021,-0.056-0.012,-0.203-0.003,-0.295 0.004,1.106-0.098,-0.377-0.027,-0.538 0.003,-1.210 0.033,-0.289-0.026,-0.309-0.033,-0.306-0.036,0.963-0.209,0.621-0.158,0.351-0.115,0.145-0.079,0.965-0.289,0.632-0.206,0.367-0.138,0.164-0.083,-5.216 1.190,7.786-1.673,0.333 0.018,-0.212 0.137,0.910-0.203,-0.486 0.128,-0.913 0.244,-2.017 0.465,-0.781 0.192,-0.858 0.179,-0.859 0.159,-0.136 0.003,-0.815 0.137,-0.699 0.133,-0.570 0.120,-0.638 0.140,-0.090 0.052,-0.093 0.044,0.722-0.035,0.238-0.001,0.091 0.009,-0.011 0.014,0.447-0.045,0.219-0.021,0.024-0.002,0.295-0.081,0.271-0.054,0.038-0.020,-0.125 0.004,-0.152 0.021,-0.269 0.031,-0.336 0.037,-0.365 0.039,-0.352 0.038,-0.324 0.036,-0.288 0.032,-0.247 0.028,-1.071 0.060,1.355-0.036,0.112 0.024,0.136 0.017,1.183 0.013,0.668 0.008,0.374 0.004,0.581-0.026,0.157-0.043,-0.118-0.050,-0.784 0.001,-0.204-0.004,-0.304 0.004,-0.354 0.009,-0.354 0.016,-0.233 0.011,-0.257 0.012,-0.260 0.011,0.641 0.007,0.135 0.011,-0.034 0.009,-0.142 0.007,-0.203 0.005,0.333 0.004,0.491 0.003,1.075 0.002,0.209 0.001,0.029 0.000,-0.253-0.001,0.398-0.000,0.185-0.000,0.028-0.000,0.396-0.000,0.099-0.000,-0.113-0.000,-0.254-0.000,0.220-0.000,0.006-0.000,-0.143-0.000,-0.239-0.000,-3.727-0.000,5.105 0.000,0.101 0.000,-0.134-0.000,-4.974 0.000,5.606-0.000,0.200 0.000,-0.049 0.000,-0.478 0.000,0.224 0.000,-0.031 0.000,-0.207 0.000,0.307 0.000,0.009 0.000,-0.198 0.000,-0.331 0.000,0.179 0.000,-0.115 0.000,-0.312 0.000,-0.433 0.000,0.949 0.000,-0.317 0.000,-0.468 0.000,-4.642 0.000,5.651 0.000,0.055 0.000,-0.317 0.000,-0.896 0.000,-0.132 0.000,-0.299 0.000,-0.394 0.000,0.618 0.000,-0.458 0.000,-0.532 0.000,-0.002 0.000,-0.178 0.000,-0.272 0.000,-0.932 0.000,-0.206 0.000,-0.255 0.000,-0.276 0.000,-0.169 0.000,-0.192 0.000,-0.198 0.000,-0.192 0.000,0.103 0.000,-0.019 0.000,-0.037 0.000,-0.047 0.000,0.314 0.000,0.023 0.000,-0.052 0.000,-0.097 0.000,-0.225 0.000,0.082 0.000,0.045 0.000,0.781 0.000,0.168 0.000,-0.027 0.000,-0.153 0.000,-0.224 0.000,-0.131 0.000,-0.030 0.000,0.403 0.000,-0.135 0.000,-0.222 0.000,-0.158 0.000,-0.189 0.000,-0.226 0.000,-0.231 0.000,-0.216 0.000,-0.161 0.000,-0.036 0.000,0.195 0.000,-0.015 0.000,-0.042 0.000,0.084 0.000,-0.013 0.000,-0.071 0.000,-0.276 0.000,-0.074 0.000,-0.073 0.000,-0.070 0.000,-0.040 0.000,-0.062 0.000,-0.052 0.000,-0.042 0.000,0.649 0.000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1491.000 1011.000,'0.045'0.000,"0.069"0.000,0.078 0.000,0.078 0.000,0.072 0.000,0.062 0.000,0.051 0.000,0.040 0.000,0.030 0.000,0.011 0.018,0.037 0.029,0.037 0.033,0.034 0.034,0.544 0.051,0.321 0.041,0.183 0.036,-1.338-0.190,2.171 0.343,0.985 0.182,0.909 0.175,0.808 0.161,1.786 0.196,1.199 0.104,0.728 0.034,0.362-0.016,2.115 0.028,0.409-0.142,-0.145-0.166,-0.520-0.240,0.035-0.159,-0.305-0.153,-0.525-0.141,3.098-0.305,-0.455-0.336,-0.979-0.287,-9.790 0.537,6.949-0.571,-0.604-0.086,-0.770-0.044,-0.843-0.013,-5.361 0.647,5.012-0.707,-0.720 0.050,-0.749 0.085,-0.724 0.104,0.298 0.061,-0.325 0.132,-0.384 0.119,-0.435 0.128,0.059 0.064,-0.020 0.053,-0.073 0.043,-2.671 0.055,4.230-0.015,0.631 0.027,0.329 0.018,-4.734-0.012,6.847 0.030,0.374 0.005,-0.095-0.000,-6.871-0.032,5.219 0.021,-0.156-0.003,-0.302-0.004,-0.388-0.004,0.702-0.003,-0.125-0.004,-0.341-0.003,-0.464-0.003,-0.518-0.002,-0.669-0.002,0.029-0.001,1.413-0.001,0.134-0.001,-0.152-0.000,-0.331-0.000,-0.522-0.013,-0.103-0.022,-0.218-0.026,-0.287-0.028,1.742-0.047,0.121-0.003,-0.180 0.010,0.404-0.178,0.059-0.112,-0.158-0.062,-5.271 0.386,5.706-0.513,0.153-0.037,-0.276 0.024,-0.926 0.084,-0.140 0.022,-0.297 0.043,-0.389 0.055,1.110-0.011,-0.459 0.094,-0.593 0.086,-0.134 0.080,-0.100 0.054,-0.276 0.043,-0.369 0.033,0.508 0.024,0.148 0.016,-0.094 0.010,0.569 0.006,0.214 0.002,-0.028 0.000,-0.635-0.004,-0.045-0.002,-0.210-0.002,-0.314-0.002,0.229-0.002,-0.171-0.002,-0.259-0.002,-0.303-0.001,-2.985-0.003,3.630 0.002,0.023-0.001,-0.096-0.001,-0.143-0.000,0.292-0.000,0.120-0.000,-0.006-0.000,2.245-0.000,0.348 0.000,-0.115 0.000,-5.807 0.001,7.110-0.000,0.298 0.000,-0.326 0.000,-6.865 0.000,5.160-0.000,-0.507 0.000,-0.609 0.000,-0.642 0.000,-0.006 0.000,-0.448 0.000,-0.528 0.000,-0.546 0.000,-0.625 0.000,-0.212 0.000,-0.124 0.000,0.138 0.000,0.070 0.000,-0.015 0.000,-0.073 0.000,0.639 0.025,-0.049 0.038,-0.192 0.045,-0.094 0.163,-0.123 0.109,-0.232 0.063,-0.289 0.029,-0.209 0.060,-0.311 0.033,-0.278 0.028,-0.168 0.010,-0.062 0.040,-0.085 0.019,-0.096 0.003,0.518 0.517,0.404 0.507,0.419 0.534,0.700 0.701,0.229 0.243,-0.081-0.060,-0.644-0.563,-0.219-0.189,-0.259-0.253,-0.271-0.282,-0.114-0.033,-0.379-0.317,-0.344-0.302,-0.295-0.268,-0.241-0.226,-0.188-0.182,-0.141-0.136,-0.087-0.054,-0.061-0.022,-0.040 0.000,-0.028 0.019,-0.010 0.005,-0.000 0.005,-0.073 0.200,-0.057 0.141,-0.040 0.083,-0.026 0.039,-0.111 0.209,-0.057 0.084,-0.028 0.025,0.380-0.871,-0.437 0.915,0.011-0.008,0.045-0.039,-0.154 0.121,-0.050-0.071,-0.001-0.139,-0.006-0.104,0.026-0.117,0.031-0.095,0.030-0.073,-0.284 0.258,-0.271 0.168,-0.068-0.032,-0.175 0.075,-0.094 0.016,-0.034-0.024,-0.495 0.225,-0.016-0.036,0.105-0.072,0.378-0.146,0.019 0.037,0.042-0.005,0.055-0.034,-0.031 0.001,0.017-0.028,0.049-0.047,0.069-0.057,-0.274 0.149,0.039-0.048,0.086-0.068,0.109-0.076,0.102-0.025,-0.110 0.097,-0.060 0.057,-0.248 0.188,-0.046 0.051,0.034-0.004,0.088-0.041,0.014-0.025,0.068-0.066,0.103-0.091,0.121-0.103,-0.114 0.008,0.031-0.055,0.074-0.058,0.099-0.057,0.006-0.023,0.062-0.058,0.095-0.079,0.113-0.088,0.158-0.053,0.102-0.041,0.094-0.050,0.083-0.053,-0.058-0.021,0.050-0.067,0.058-0.058,0.059-0.048,0.055-0.038,0.048-0.029,0.005-0.022,0.017-0.016,0.005-0.010,-0.002-0.005,-0.007-0.001,-0.009 0.001,-0.766-0.038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1663.000 453.000,'0.000'0.127,"0.000"0.195,0.000 0.221,0.000 0.218,0.000 0.198,0.000 0.170,0.000 0.138,0.000 0.107,0.000 0.079,0.000 0.055,0.000 0.035,0.000 0.021,0.000 0.010,0.000 0.002,0.000-0.003,0.000-0.005,0.000-0.007,0.000-0.007,0.000-0.006,0.000 0.124,0.000 0.305,0.000 0.200,0.000 0.116,0.000 1.245,0.000 0.167,0.000-0.152,-0.003-2.882,-0.070 2.557,-0.035-0.076,-0.016-0.188,0.097-2.333,-0.108 2.413,0.009-0.217,0.015-0.273,0.089-2.045,-0.074 2.208,0.022-0.244,0.020-0.323,0.017-0.342,0.013-0.234,0.010-0.237,0.010-0.279,0.009-0.244,0.008-0.219,0.006-0.185,0.005-0.148,0.004-0.113,0.003-0.082,0.002-0.056,0.001-0.035,0.000-0.019,0.000-0.008,0.000-0.001,-0.000 0.004,-0.000 0.007,-0.000 0.008,-0.000 0.008,-0.000 0.007,-0.000 0.006,-0.000 0.005,-0.000 0.004,0.000 0.003,-0.000 0.002,0.000 0.001,0.000 0.001,0.000 0.000,0.000 0.000,0.000-0.000,0.000-0.000,0.000-0.000,0.000-0.000,0.000-0.000,0.031-0.000,0.063-0.000,0.077-0.000,0.083-0.000,0.175-0.000,0.124 0.000,0.081-0.000,0.048 0.000,-0.537-0.003,0.896-0.073,0.149-0.035,0.083-0.016,0.035-0.002,-1.048 0.102,1.740-0.147,0.612-0.062,0.590-0.071,1.367-0.048,0.880-0.029,0.503-0.015,1.324-0.083,-0.057-0.050,-0.524-0.050,-0.760-0.045,-4.875 0.513,3.372-0.319,-0.067 0.034,0.697-0.031,-0.389 0.041,-0.535 0.036,-0.596 0.030,-0.760 0.067,-0.403 0.036,-0.395 0.037,-0.368 0.035,-0.081 0.025,-0.219 0.034,-0.189 0.028,-0.917 0.048,0.920-0.023,-0.121 0.020,-0.106 0.014,-0.215 0.005,-0.042 0.003,-0.052 0.002,-0.056 0.001,0.115 0.002,-0.004-0.001,-0.016-0.002,-0.022-0.002,-0.037-0.002,-0.044-0.002,-0.045-0.001,1.103-0.001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1679.000 452.000,'0.024'0.000,"0.037"0.000,0.042 0.000,0.042 0.000,0.039 0.000,0.033 0.000,0.027 0.000,0.022 0.000,0.016 0.000,0.012 0.000,0.002 0.000,0.089 0.000,0.108 0.000,0.115 0.000,0.630 0.000,0.428 0.000,0.305 0.000,0.300 0.000,0.302 0.000,0.166 0.000,0.063 0.000,0.374 0.000,0.042 0.000,-0.074 0.000,-0.148 0.000,-0.203 0.000,-0.067 0.000,-0.085 0.000,-0.093 0.000,0.730 0.000,0.286 0.000,0.071 0.000,-0.080 0.000,0.729-0.049,0.046-0.077,-0.142-0.089,-0.287-0.026,-0.228-0.008,-0.311 0.011,-0.345 0.023,-0.380 0.046,-0.117 0.025,-0.149 0.025,-0.163 0.024,0.117 0.021,0.014 0.020,-0.027 0.016,0.001 0.014,-0.065 0.010,-0.138 0.008,-0.181 0.006,0.889 0.004,0.573 0.003,0.324 0.001,0.134 0.001,1.475 0.002,0.026-0.001,-0.265-0.001,-0.058-0.002,-0.345-0.001,-0.493-0.001,-0.774-0.002,-0.062-0.001,-0.155-0.001,-0.211-0.000,0.418-0.000,-0.132-0.000,-0.255-0.000,-0.318-0.000,0.300-0.000,0.028 0.000,-0.058 0.000,0.410 0.000,0.015 0.000,-0.108 0.000,-0.459 0.000,0.048 0.000,-0.067 0.000,-0.143 0.000,0.245 0.000,-0.205 0.000,-0.281 0.000,-0.313 0.000,-0.052 0.000,-0.182 0.000,-0.181 0.000,0.090 0.000,-0.080 0.000,-0.108-0.000,-0.332 0.000,-0.059 0.000,-0.092 0.000,-0.110 0.000,0.303 0.000,0.003 0.000,-0.024 0.000,-0.079 0.000,0.040 0.000,-0.018 0.000,-0.055 0.000,0.394 0.000,0.017 0.000,-0.098 0.000,-0.161 0.000,-1.078 0.000,0.903 0.000,-0.104 0.000,-0.208 0.013,-0.080 0.022,-0.096 0.027,-0.102 0.028,-0.074 0.042,-0.051 0.048,-0.032 0.051,-0.017 0.049,-0.019 0.033,-0.020 0.019,-0.019 0.009,-0.017 0.001,0.118 0.102,0.099 0.061,0.080 0.029,0.063 0.005,0.296 0.209,0.023 0.009,-0.041-0.030,0.007 0.004,-0.048-0.059,-0.078-0.093,-0.154-0.091,-0.057-0.015,-0.075-0.023,-0.083-0.028,-0.065 0.051,-0.063 0.023,-0.050 0.009,-0.039-0.000,-0.029-0.007,-0.171-0.389,0.127 0.374,0.001 0.041,0.008 0.036,0.012 0.101,-0.013 0.056,-0.019 0.054,-0.017 0.233,-0.025 0.107,-0.024 0.036,-0.022-0.014,-0.018 0.044,-0.017-0.052,-0.014-0.086,-0.011-0.077,-0.008-0.070,-0.006-0.085,-0.004-0.091,-0.003-0.060,-0.001-0.092,-0.000-0.082,0.000-0.069,0.001 0.008,0.001 0.004,0.001-0.003,0.000 0.078,0.001 0.025,0.001 0.027,0.002-0.447,-0.001 0.611,0.001 0.146,0.000 0.129,0.000-0.800,-0.000 0.949,0.000 0.192,0.000 0.089,0.000 0.013,0.000 0.158,0.000-0.016,0.000-0.075,0.000-0.110,0.000 0.064,-0.000-0.213,0.000-0.208,0.000-0.103,-0.000-0.114,0.000-0.111,0.000 1.016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1764.000 521.000,'0.023'0.000,"0.035"0.000,0.039 0.000,0.039 0.000,0.035 0.000,0.030 0.000,0.024 0.000,0.018 0.000,0.013 0.000,0.009 0.000,0.006 0.000,0.003 0.000,0.001 0.000,0.000 0.000,-0.001 0.000,0.017 0.000,0.095 0.000,0.114 0.000,0.120 0.000,0.116 0.000,1.381 0.160,0.964 0.102,0.585 0.057,0.291 0.023,0.566 0.077,0.000 0.013,-0.225-0.017,-0.364-0.036,-3.076-0.297,3.177 0.268,-0.318-0.064,-0.330-0.062,0.456-0.077,-0.013-0.097,-0.161-0.092,-2.973 0.032,3.348-0.118,0.001-0.064,-0.199-0.051,-0.694 0.030,-0.206 0.007,-0.271 0.017,-0.298 0.023,-0.132 0.032,-0.080 0.023,-0.131 0.022,-0.159 0.020,0.310 0.012,-0.125 0.020,-0.183 0.015,0.068 0.012,0.101 0.007,-0.009 0.005,-0.083 0.003,0.225 0.003,-0.082 0.001,-0.133 0.000,-1.575-0.010,1.581-0.081,-0.167-0.040,-0.209-0.015,-0.219 0.002,-0.361 0.040,-0.056 0.010,-0.069 0.011,0.190-0.005,-0.100 0.019,-0.088 0.017,-0.143 0.018,-0.000 0.008,-0.026 0.006,-0.043 0.005,-0.492 0.006,1.181-0.001,0.339 0.003,0.187 0.002,0.073 0.001,0.576 0.002,-0.026 0.000,-0.171-0.000,0.005-0.001,-0.138-0.001,-0.214-0.001,-0.192-0.050,-0.126-0.077,-0.156-0.089,-0.262 0.002,-0.077-0.010,-0.103 0.005,-0.116 0.015,0.041 0.021,-0.012 0.024,-0.048 0.025,-0.070 0.024,0.354 0.013,0.074 0.027,-0.012 0.022,-0.066 0.017,-0.059 0.013,-0.050 0.009,-0.041 0.006,0.064 0.005,-0.073 0.002,-0.106 0.001,-0.090-0.025,-0.059-0.039,-0.073-0.046,-0.007-0.067,0.032-0.042,0.005-0.016,-0.012 0.003,-0.039 0.015,-0.054 0.023,-0.061 0.026,-0.063 0.027,0.238-0.080,0.106-0.051,0.052-0.038,-0.748 0.241,0.801-0.238,-0.019 0.024,-0.059 0.035,-0.093-0.001,0.000-0.026,-0.030-0.017,-0.049-0.010,0.043-0.040,-0.099 0.032,-0.099 0.043,-0.092 0.047,-0.080 0.046,-0.067 0.021,-0.036-0.003,-0.022-0.014,-0.011-0.021,-0.003-0.024,0.002-0.024,-0.044 0.040,0.007 0.009,0.010 0.015,0.010-0.016,-0.018-0.021,-0.025-0.030,-0.029-0.035,-0.030-0.076,-0.029-0.048,-0.027-0.026,-0.024-0.009,-0.060 0.326,0.035-0.389,-0.017-0.039,-0.014-0.025,-0.010-0.014,-0.009 0.434,-0.002-0.674,-0.007-0.048,-0.004 0.008,0.008 0.681,-0.010-0.699,0.000 0.028,0.001 0.056,0.003 0.119,0.001 0.023,0.001 0.037,0.001 0.045,0.001 0.020,0.001 0.054,0.001 0.050,0.001 0.045,0.001-0.001,0.000 0.032,0.000 0.022,0.000-0.006,0.000 0.012,0.000 0.007,-0.000-0.001,0.000-0.030,0.000-0.014,-0.000-0.002,0.000-0.014,0.000 0.014,-0.000 0.017,0.000 0.019,0.000 0.040,-0.000 0.005,0.000 0.001,0.000-0.062,0.000 0.019,0.000 0.023,0.000 0.024,0.000 0.022,-0.000-1.515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1657.000 228.000,'0.020'0.072,"0.031"0.112,0.035 0.128,0.035 0.128,0.032 0.118,0.028 0.102,0.023 0.084,0.018 0.067,0.014 0.050,0.010 0.036,0.007 0.024,0.004 0.015,-0.020 0.055,-0.003 0.188,-0.004 0.220,-0.005 0.225,-0.005 0.214,-0.026 0.336,-0.023 0.539,-0.026 0.591,-0.026 0.588,-0.025 0.550,-0.023 1.034,-0.019 0.527,-0.016 0.088,-0.013-0.214,-0.010 0.581,-0.009-0.423,-0.006-0.617,0.007-4.357,0.156 3.495,0.092-0.632,0.056-0.653,0.029-0.622,0.010-0.560,-0.277-1.664,0.169 1.039,-0.017-0.035,0.070 0.485,0.000 0.049,-0.016-0.044,-0.026-0.106,0.015 0.278,-0.053-0.205,-0.051-0.200,-0.049 0.035,-0.004 0.237,0.005 0.127,0.010 0.044,0.023 0.241,0.016-0.033,0.016-0.132,0.015-0.191,0.142 0.050,0.064-0.161,0.015-0.216,-0.018-0.237,0.052-0.081,-0.013-0.152,-0.041-0.138,-0.100-0.163,-0.044-0.036,-0.044-0.059,-0.042-0.071,-0.032-0.041,-0.037-0.085,-0.031-0.080,-0.025-0.071,0.002-0.043,0.019-0.047,0.030-0.034,0.024-0.039,0.027-0.022,0.024-0.017,0.021-0.013,0.097 0.132,0.078 0.146,0.080 0.169,0.074 0.170,0.163 0.100,0.254 0.129,0.236 0.115,0.227 0.124,0.145 0.049,0.080-0.005,0.766 0.416,0.395 0.108,0.244 0.002,0.537-0.042,0.297-0.077,0.041-0.145,-0.130-0.180,-0.232-0.190,1.338 0.087,0.418-0.092,-0.369-0.182,-0.143-0.123,-0.297-0.150,-0.570-0.182,-0.031-0.075,-0.122-0.082,-0.178-0.082,0.590-0.078,0.347-0.071,0.160-0.063,0.021-0.053,0.743-0.071,0.125-0.087,-0.114-0.087,-0.268-0.082,0.977-0.198,0.072-0.133,-0.143-0.095,-0.391-0.025,-0.133-0.035,-0.363 0.002,-0.496 0.027,-0.359-0.032,-0.220-0.024,-0.292 0.008,-0.328 0.029,0.662-0.111,-0.410 0.075,-0.484 0.078,-0.182 0.073,-0.232 0.064,-0.244 0.053,0.068-0.046,0.171-0.046,0.038-0.012,-0.051 0.012,1.214-0.178,0.499-0.094,0.232-0.074,0.523-0.139,-0.011-0.000,-0.340 0.085,-0.688 0.173,-0.532 0.130,-0.592 0.129,-2.545 0.407,7.901-0.637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1674.000 110.000,'0.000'0.020,"0.000"0.031,0.000 0.036,0.000 0.035,0.000 0.032,0.000 0.028,0.000 0.023,0.000 0.018,0.000 0.013,0.000 0.009,0.000 0.006,0.000 0.004,0.000 0.325,0.000 0.348,0.000 0.312,0.000 0.270,0.000-1.108,0.000 2.933,0.000 0.858,0.000 0.498,0.000 0.231,0.021 1.922,0.034 1.440,0.041 0.810,0.035-0.611,0.050-0.072,0.052-0.258,0.050-0.374,0.329 1.704,0.182 0.102,0.092-0.462,-0.013-0.917,-0.025-0.829,-0.052-0.941,-0.068-0.961,-0.120-1.055,-0.088-0.743,-0.089-0.698,-0.084-0.630,-0.055-0.210,-0.083-0.446,-0.068-0.389,-0.054-0.326,-0.041-0.234,-0.033-0.213,-0.022-0.151,-0.013-0.100,-0.007-0.060,-0.002-0.030,-0.111 0.287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1667.000 105.000,'0.029'0.000,"0.044"0.000,0.050 0.000,0.049 0.000,0.044 0.000,0.037 0.000,0.030 0.000,0.022 0.000,0.016 0.000,0.283 0.000,0.435 0.000,0.488 0.000,0.410 0.000,0.224 0.000,0.121 0.000,0.048 0.000,1.782 0.000,1.423 0.000,0.105-0.027,0.938-0.044,0.594-0.053,0.323-0.057,1.921-0.175,0.485-0.085,-0.093-0.029,-0.474 0.010,-0.699 0.035,1.855-0.012,-0.478 0.082,-0.492 0.087,-0.746 0.069,-1.027 0.059,-1.317 0.056,-0.128 0.028,-0.134 0.022,-0.130 0.017,-4.669 0.010,5.000-0.057,0.262-0.024,0.042-0.012,-0.113-0.003,-4.938 0.078,9.180-0.096,0.707 0.014,-0.249 0.018,-1.520 0.021,-1.092 0.015,-1.188 0.013,-6.008 0.031,4.506-0.016,-0.872 0.008,-0.862 0.006,-3.352 0.007,2.767-0.002,-0.809 0.004,-0.672 0.002,-0.532 0.001,-0.513-0.001,-0.096 0.000,-0.069-0.000,0.223 0.060,0.046 0.036,0.004 0.019,-0.025 0.006,-0.911-0.084,1.513 0.397,0.376 0.162,0.281 0.090,0.151 0.018,0.198 0.031,0.068-0.004,-0.025-0.029,-2.170-0.536,3.092 0.843,-0.128 0.041,-0.300-0.007,-0.269 0.020,-0.395-0.049,-0.440-0.087,-0.625-0.192,-0.191-0.015,-0.195-0.022,-0.187-0.026,-0.119 0.013,-0.118-0.014,-0.111-0.032,-0.101-0.043,0.187 0.613,0.069 0.490,0.083 0.467,-0.032 0.133,0.074 0.408,0.013 0.272,-0.030 0.163,0.274 1.258,0.074 0.701,-0.027 0.408,-0.095 0.186,0.281 2.597,-0.084 0.758,-0.167 0.211,-0.984-7.514,0.700 6.017,-0.073 0.030,-0.096-0.181,-0.107-0.318,0.040 1.521,-0.018 0.226,-0.012-0.174,-0.034 0.805,-0.077-0.105,-0.088-0.528,-0.089-0.769,-0.083-0.875,-0.068 0.689,-0.068-0.057,-0.056-0.560,-0.040-0.596,-0.030-0.788,-0.021-0.861,-0.014-0.850,-0.008-0.628,-0.005-0.470,-0.002-0.415,-0.093 0.764,-0.043 0.186,0.129-3.110,-0.190 3.361,-0.077 0.057,-0.078-0.114,0.012-0.486,-0.025 0.147,0.003 0.013,0.023-0.080,-0.018 0.032,0.008-0.157,0.025-0.281,0.036-0.351,0.042-0.235,0.043-0.249,0.042-0.245,0.039-0.229,-0.018-0.139,-0.004-0.176,0.006-0.192,0.013-0.193,-0.039-0.009,-0.013-0.289,-0.019-0.252,0.000-0.218,-0.004-0.152,-0.001-0.116,0.001-0.085,0.003-0.058,0.003-0.037,0.003-0.021,0.003-0.009,0.003-0.001,0.002 0.005,-0.035 0.008,-0.062 0.008,-0.073 0.009,-0.074 0.008,-1.943-0.007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1869.000 403.000,'0.019'-0.006,"0.028"-0.009,0.032-0.011,0.031-0.010,0.028-0.009,0.024-0.008,0.019-0.006,0.015-0.005,0.010-0.003,0.007-0.002,0.005-0.001,0.002-0.001,0.001-0.000,0.000-0.000,0.651-0.284,0.537-0.250,0.421-0.208,0.314-0.165,0.278 0.041,0.752-0.195,0.637-0.164,1.584-0.322,0.591-0.041,0.206 0.042,-0.066 0.095,-4.762 1.192,5.048-1.131,-0.318 0.136,-0.538 0.154,0.308 0.064,-0.762 0.236,-0.869 0.219,-0.789 0.208,-0.552 0.140,-0.530 0.112,-0.476 0.086,-0.272 0.063,-0.268 0.044,-0.246 0.028,-0.169 0.011,-0.080 0.007,-0.090 0.002,-0.091-0.001,0.072 0.001,-0.007-0.006,-0.009-0.007,0.148-0.005,0.072-0.007,0.049-0.006,-0.089-0.006,0.070-0.002,0.037-0.002,0.012-0.002,0.020-0.001,-0.028-0.001,-0.060-0.001,-0.079-0.000,0.147-0.029,-0.133-0.043,-0.156-0.048,-0.130-0.020,-0.102-0.000,-0.077 0.012,1.527-0.248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1988.000 381.000,'1.000'0.000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2040.000 305.000,'0.058'0.033,"0.087"0.050,0.097 0.055,0.094 0.054,0.084 0.048,0.070 0.040,0.055 0.032,0.042 0.024,0.030 0.017,0.020 0.011,0.012 0.007,-0.061-0.031,0.003 0.008,0.002 0.009,0.002 0.009,0.002 0.008,0.473 0.392,0.445 0.334,0.950 0.888,0.573 0.528,0.341 0.297,0.166 0.125,1.198 1.531,0.324 0.654,0.027 0.281,-0.416 0.116,-0.004 0.406,-0.153 0.125,-0.555-0.221,-0.250 0.111,-0.304-0.039,-0.326-0.142,0.022 0.540,-0.110 0.239,-0.196 0.018,-0.245-0.137,0.543 3.940,-0.169 1.574,-0.324 0.669,-0.464-0.218,-0.206 0.338,-0.195-0.157,-0.176-0.483,0.056 0.534,0.031-0.004,0.012-0.367,-0.002-0.591,0.331 1.760,-0.004-0.199,-0.100-0.609,-1.142-7.514,1.017 7.960,-0.196-0.311,-0.240-0.695,-0.130 0.433,-0.219-0.794,-0.216-1.117,-0.196-1.228,-0.196-0.914,-0.112-0.159,-0.091-0.336,-0.135-6.227,0.053 7.775,-0.062-0.041,-0.040-0.313,-0.016-0.505,-0.010 0.211,-0.004-0.084,0.036-6.864,-0.033 6.752,0.003-0.252,0.005-0.521,0.005-0.672,0.005-0.213,0.005-0.680,0.005-0.770,0.012-4.367,-0.007 3.299,0.003-0.549,0.002-0.575,0.002-0.563,0.001-0.525,0.001-0.471,0.001-0.408,0.000-0.342,-0.006-0.181,-0.010-0.321,-0.011-0.222,-0.011-0.143,-0.010-0.082,-0.009-0.038,-0.007-0.007,-0.006 0.012,-0.004 0.023,-0.003 0.028,-0.002 0.029,-0.001 0.027,-0.000 0.023,-0.134 0.699,-0.120 0.469,-0.102 0.288,-0.021 0.401,-0.021 0.270,-0.003 0.102,-0.078 0.312,0.019-0.022,0.057-0.127,0.096-0.470,0.048-0.282,0.043-0.297,0.037-0.287,0.031-0.260,0.024-0.225,0.018-0.128,0.037-0.129,0.035-0.079,0.031-0.042,-0.002-0.024,-0.021-0.019,-0.032-0.011,0.023 0.062,0.003 0.107,0.008 0.089,0.011 0.071,-0.080 0.348,-0.086 0.308,-0.086 0.265,-0.081 0.220,0.320-1.339,-0.578 2.165,-0.084 0.191,-0.021-0.027,0.022-0.169,-0.164 0.559,-0.059 0.184,-0.014 0.019,-0.328 1.409,-0.136 0.722,-0.003 0.229,-0.145 0.795,0.107-0.236,0.193-0.616,0.360-1.561,0.115-0.476,0.125-0.497,0.125-0.485,0.068-0.221,0.138-0.549,0.116-0.470,0.095-0.386,0.074-0.305,0.055-0.231,0.039-0.166,0.026-0.113,0.008-0.034,0.006 0.057,0.003 0.093,0.012 0.226,-0.003 0.055,-0.006 0.011,-0.012-0.140,-0.004-0.023,-0.004-0.026,-0.004-0.028,-0.018 0.068,-0.027 0.032,-0.031 0.022,-0.032 0.013,-0.016 0.067,-0.004 0.039,0.004 0.018,0.010 0.003,0.010 0.006,0.015-0.034,0.015-0.042,-0.013 0.065,-0.024-0.009,-0.033-0.029,0.106-0.494,-0.127 0.593,0.007 0.030,0.017 0.012,0.019 0.120,0.023 0.047,0.022 0.013,0.019-0.009,-0.026-0.174,-0.024 0.052,-0.012 0.031,-0.064 0.219,-0.031 0.086,-0.010 0.025,0.004-0.018,-0.031 0.512,0.034 0.080,0.038-0.013,-0.046 0.127,-0.010-0.049,0.012-0.154,0.174-1.344,-0.142 1.301,0.032-0.098,0.032-0.131,0.096-1.125,-0.056 0.888,0.021-0.131,0.018-0.145,0.014-0.145,0.011-0.134,0.008-0.118,0.006-0.100,0.004-0.071,0.002-0.047,0.001-0.028,0.000-0.014,-0.000-0.004,-0.001 0.003,-0.001 0.007,0.007 1.725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2103.000 970.000,'0.070'0.076,"0.105"0.115,0.117 0.129,0.114 0.125,0.101 0.111,0.085 0.093,0.067 0.074,0.051 0.055,0.036 0.039,0.024 0.026,0.014 0.016,0.008 0.008,0.003 0.003,0.293 0.501,0.216 0.406,0.101 0.261,0.021 0.150,-0.033 0.067,0.102 0.490,0.030 0.264,-0.065 0.024,-0.123-0.136,-1.061-2.295,0.906 2.209,-0.199-0.346,-0.192-0.410,-0.174-0.421,-0.149-0.397,-0.122-0.353,-0.096-0.298,-0.072-0.241,-0.052-0.187,-0.035-0.139,-0.004-0.139,0.016-0.129,0.027-0.113,0.051-0.239,0.076-0.212,0.083-0.169,0.082-0.129,0.224-0.262,0.108 0.010,0.060 0.093,-0.653 1.033,0.821-1.017,0.033 0.115,-0.036 0.167,-0.795 0.795,0.643-0.646,-0.083 0.081,-0.083 0.082,-0.016-0.040,-0.034-0.051,-0.016-0.080,-0.118 0.009,0.016-0.134,0.025-0.108,0.030-0.085,0.238-0.904,0.023-0.316,-0.025-0.108,-0.116 0.314,0.033-0.083,0.026-0.005,0.020 0.050,0.041-0.074,-0.000 0.003,-0.028 0.057,-0.047 0.091,0.250-0.492,0.094-0.136,0.022-0.007,-0.027 0.080,-0.059 0.134,0.151-0.333,-0.006 0.104,-0.125 0.211,-0.121 0.226,-0.139 0.293,-0.142 0.317,-0.134 0.311,-0.095 0.384,-0.048 0.196,-0.051 0.167,-0.050 0.138,0.200-0.193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1779.000 1173.000,'0.107'0.087,"0.162"0.133,0.182 0.149,0.178 0.146,0.160 0.131,0.135 0.111,0.108 0.089,0.082 0.067,0.059 0.049,0.884 0.169,0.851 0.234,0.641 0.151,0.460 0.087,2.614 0.353,1.287-0.032,0.628-0.162,0.160-0.233,2.565-0.196,0.782-0.295,-0.025-0.269,-9.757-0.632,9.277 0.326,0.170-0.144,-0.382-0.116,0.126-0.089,-1.060-0.074,-1.223-0.051,-0.042-0.037,-1.000-0.018,-1.129-0.006,-5.708 0.058,5.197-0.054,-0.509 0.008,-0.535 0.010,-0.687 0.014,-0.310 0.008,-0.433 0.007,-0.485 0.006,-2.793 0.013,2.804-0.007,-0.277 0.004,-0.344 0.003,-0.424 0.002,-0.291 0.001,-0.313 0.001,-0.090 0.000,-0.078 0.000,-0.111 0.000,-0.126-0.000,0.055-0.000,0.040-0.000,-0.030-0.000,-0.077-0.000,-1.132-0.001,1.350 0.000,0.076-0.000,0.021-0.000,-0.018-0.000,0.195-0.000,0.024 0.000,-0.047-0.000,0.353 0.000,-0.034-0.000,-0.099 0.000,-0.228 0.000,-0.237 0.000,-0.245 0.000,-0.230 0.000,-0.176 0.000,0.060 0.000,0.072 0.000,-0.906 0.000,1.139 0.000,0.061 0.000,0.025 0.000,0.000 0.000,0.361 0.000,0.142 0.000,0.042 0.000,-1.620 0.000,14.461-0.000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567.000 1302.000,'0.041'0.000,"0.064"0.000,0.072 0.000,0.071 0.000,0.065 0.000,0.056 0.000,0.045 0.000,0.035 0.000,0.026 0.000,0.018 0.000,-0.395 0.000,0.028 0.009,1.406 0.271,0.542 0.120,0.300 0.040,0.461 0.100,0.186 0.044,0.001 0.006,-2.455-0.481,2.546 0.477,-0.065 0.010,-0.156 0.012,0.444-0.044,0.106-0.074,-0.112-0.087,-0.033-0.137,0.391-0.053,0.195-0.048,0.048-0.042,1.843-0.025,0.313-0.043,-0.038-0.031,-0.821-0.018,0.112-0.010,-0.100-0.006,-0.242-0.004,-0.115-0.002,-0.233-0.001,-0.303 0.000,-0.335 0.001,1.265-0.002,-0.300 0.003,-0.506 0.003,-0.585 0.003,-0.581 0.002,-0.527 0.002,0.429 0.001,0.418 0.001,0.134 0.001,-0.062 0.000,0.055-0.074,0.035-0.061,-0.113-0.048,-0.206-0.036,0.676-0.042,0.183-0.027,-0.070-0.021,0.386-0.036,-0.498 0.034,-0.626 0.047,-0.213 0.046,-0.445 0.052,-0.479 0.046,-0.457 0.039,-0.047 0.031,-0.062 0.023,-0.014 0.033,0.084 0.035,-0.020 0.037,-0.088 0.036,-1.397-0.089,1.599 0.103,0.092 0.000,0.014-0.008,0.666 0.000,0.108-0.021,-0.062-0.021,-0.229-0.041,0.033-0.037,-0.089-0.040,-0.165-0.039,0.500-0.129,-0.115-0.053,-0.216-0.011,-0.489-0.006,-0.156-0.016,-0.187 0.007,-0.197 0.022,-1.157 0.208,1.254-0.177,-0.034 0.038,-0.079 0.038,0.242 0.023,-0.068 0.040,-0.124 0.032,-0.176 0.025,-0.193 0.019,-0.188 0.013,-0.254 0.007,-0.065 0.004,-0.066 0.002,-0.063 0.001,0.003-0.008,-0.084-0.017,-0.075-0.020,-0.064-0.021,-0.052-0.020,-0.041-0.017,-0.030-0.015,0.230-0.442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1767.000 1099.000,'-0.012'0.071,"-0.018"0.108,-0.021 0.123,-0.020 0.122,-0.018 0.111,-0.016 0.095,-0.013 0.078,-0.010 0.060,-0.007 0.045,-0.005 0.031,-0.003 0.021,-0.002 0.012,-0.001 0.006,-0.000 0.001,0.005 0.011,-0.020 0.190,-0.024 0.228,-0.039 2.198,0.017 1.230,0.172-3.839,-0.115 4.316,0.024 0.591,0.024 0.276,0.077 1.433,0.119 0.011,0.127-0.402,0.122-0.625,0.171-0.891,0.149-0.365,0.099-0.472,0.221 0.047,0.108-0.420,0.063-0.470,-0.652-2.394,1.287 2.327,0.213-0.440,0.047-0.530,-0.387-0.936,-0.055-0.332,-0.110-0.304,-0.143-0.268,0.215-0.080,-0.235-0.308,-0.246-0.230,-0.231-0.163,-0.201-0.108,-0.165-0.065,-0.078 0.002,0.015 0.011,0.001 0.002,-0.009-0.005,0.286 0.070,0.190 0.066,0.182 0.076,0.580 0.104,0.358 0.028,0.191-0.021,-0.145-0.013,0.127 0.030,-0.002-0.003,-0.091-0.026,0.231 0.018,-0.231-0.068,-0.273-0.071,-0.279-0.068,-0.263-0.060,-0.189-0.051,-0.128-0.042,-0.079-0.032,-0.042-0.024,-0.016-0.017,1.343 0.015,0.807 0.035,0.443 0.045,1.159 0.159,0.666 0.132,0.306 0.104,-0.349-0.061,0.160-0.015,-0.093-0.035,-0.258-0.047,-3.904-0.265,3.567 0.189,-0.153-0.046,-0.227-0.044,-0.266-0.039,-3.085-0.103,3.675 0.095,-0.329 0.001,-0.453 0.016,0.554 0.149,0.095 0.117,-0.038 0.094,-0.370-0.039,0.300 0.019,0.121-0.012,-0.009-0.034,2.825 0.038,0.646-0.085,-0.046-0.085,-6.443-0.250,4.857 0.136,-0.546-0.048,-0.684-0.041,-0.737-0.034,-0.108-0.026,-0.570-0.024,-0.513-0.017,0.075-0.012,-0.105-0.006,-0.076-0.002,-0.009-0.011,0.284-0.023,0.142-0.027,0.038-0.028,0.238-0.125,0.274-0.092,0.149-0.059,0.054-0.034,0.769-0.250,0.187-0.157,-0.049-0.101,-0.205-0.058,0.337-0.165,-0.001-0.033,-0.104 0.033,0.070 0.041,0.008 0.036,-0.158 0.059,-0.261 0.070,0.470-0.030,0.068 0.023,-0.085 0.034,0.323 0.019,0.176 0.015,-0.062 0.033,-0.219 0.043,0.091-0.042,-0.242 0.023,-0.453 0.065,-0.568 0.089,0.314-0.200,-0.760 0.025,-0.760 0.069,-0.693 0.089,-0.628 0.054,-0.114-0.100,-0.119-0.100,-0.074-0.066,-0.104-0.011,-0.120 0.028,0.115-0.187,-0.026-0.057,-0.068-0.001,-0.093 0.037,-0.067 0.075,-0.047 0.051,-0.077 0.073,-0.094 0.085,0.274-0.271,0.034-0.052,-0.019 0.001,-0.157 0.127,-0.107 0.077,-0.121 0.090,-0.122 0.092,-0.115 0.087,-0.103 0.079,-0.006-0.160,-0.114 0.082,-0.049 0.002,-0.051 0.023,-0.049 0.036,-0.031-0.016,-0.049 0.060,-0.041 0.059,-0.032 0.055,-0.045 0.342,0.016-0.461,-0.019-0.029,-0.013 0.006,-0.008 0.028,-0.105-3.348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1610.000 489.000,'0.061'0.000,"0.095"0.000,0.110 0.000,0.110 0.000,0.102 0.000,0.089 0.000,0.074 0.000,0.059 0.000,0.045 0.000,0.033 0.000,0.803 0.391,0.731 0.348,0.648 0.292,0.708 0.178,1.442 0.361,1.592 0.374,3.839 0.519,1.385 0.053,0.219-0.103,-0.527-0.193,-0.953-0.234,-0.610-0.317,0.078-0.133,0.568-0.053,-1.023-0.253,-1.245-0.252,-6.798-0.792,5.270 0.515,-1.300-0.199,-1.220-0.164,-0.936-0.126,-1.018-0.109,-0.803-0.076,0.309-0.486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187.000 624.000,'0.736'0.147,"0.564"0.083,0.413 0.036,0.285 0.004,0.183-0.018,1.458 0.217,0.790 0.092,0.365 0.013,0.069-0.038,-0.121-0.066,3.034-0.139,2.665-0.054,1.667-0.052,0.885-0.048,4.935-0.028,0.985-0.049,-0.149-0.039,1.174-0.029,-0.570-0.021,-1.643-0.014,-2.210-0.009,-2.409-0.005,-3.802 0.002,-1.138-0.000,-0.206-0.001,-1.428 0.002,-1.337 0.002,-1.193 0.002,-1.023 0.002,-0.348 0.001,-0.752 0.002,-0.508 0.003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1259.000 615.000,'0.053'0.010,"0.082"0.016,0.095 0.019,0.097 0.019,0.090 0.018,0.080 0.016,0.067 0.013,0.332 0.168,0.239 0.104,0.124 0.048,0.038 0.006,0.201-0.044,0.216-0.035,0.165-0.043,0.121-0.047,0.762 0.153,0.635 0.123,0.512 0.096,0.400 0.073,2.779 0.143,1.175-0.052,0.548-0.093,0.107-0.112,2.407-0.080,0.530-0.131,-1.903-0.147,-0.274-0.066,-0.613-0.055,-0.806-0.045,0.373-0.034,-0.837-0.031,-0.963-0.021,-0.972-0.012,0.505-0.009,-0.072-0.002,-0.181 0.001,0.212-0.015,0.606-0.031,0.321-0.037,-5.660 0.088,9.568-0.203,1.198-0.043,0.052-0.005,-0.669 0.019,-1.067 0.032,-0.415-0.103,-0.765-0.026,-0.764-0.005,-1.050 0.021,-1.168 0.036,-5.190 0.241,4.404-0.211,-1.273 0.058,-1.130 0.054,-1.012 0.056,-0.523 0.030,-0.441 0.025,-0.063 0.019,-0.254 0.019,-0.201 0.013,-0.151 0.008,-0.091 0.001,0.041 0.001,0.030 0.000,2.781 0.041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1803.000 615.000,'0.000'-0.043,"0.000"-0.065,0.000-0.073,0.000-0.072,0.000-0.065,0.000-0.055,0.000-0.045,0.000-0.034,-0.075-0.063,-0.061-0.092,-0.048-0.055,-0.036-0.028,-0.075-0.184,-0.048-0.066,-0.042-0.034,-0.035-0.011,-0.028 0.004,-0.022 0.013,0.375 0.763,-0.520-1.310,-0.117-0.399,-0.065-0.245,-0.026-0.126,-0.053-1.033,0.090-0.285,0.115 0.051,0.123 0.263,0.119 0.379,0.108 0.425,0.093 0.424,0.186 1.655,-0.101-1.958,0.064 0.051,0.046 0.198,0.031 0.271,0.019 0.294,0.011 0.283,-0.022 1.038,0.040-0.897,0.021 0.145,0.021 0.158,0.020 0.152,0.017 0.136,0.014 0.115,-0.104 0.341,0.888-0.523,0.494-0.056,0.306 0.010,0.165 0.049,0.065 0.068,-0.001 0.074,-1.587 0.378,0.037 0.003,2.360-0.230,0.406 0.065,0.104 0.059,-0.100 0.051,-0.226 0.043,-0.293 0.034,-1.477 0.026,2.401-0.107,0.043-0.037,-0.207-0.022,-0.343-0.011,-0.399-0.003,-0.400 0.002,0.041 0.034,0.047 0.022,-0.083 0.025,-0.163 0.025,-0.203 0.023,-0.215 0.021,-0.208 0.018,0.863 0.014,0.458 0.011,0.162 0.008,-0.041 0.006,-0.171 0.004,-0.243 0.002,-0.273 0.001,-1.770-0.008,0.013-0.003,2.435-0.090,-0.009-0.036,-0.221-0.011,-0.474 0.013,-0.346 0.012,-0.347 0.016,-0.322 0.018,-0.282 0.018,-0.236 0.016,-0.043 0.014,-0.064 0.011,-0.073 0.009,-0.073 0.007,-0.068 0.005,-0.059 0.003,-0.050 0.002,-0.200 0.004,0.382 0.324,0.118 0.210,0.082 0.140,-0.024-0.000,0.040 0.073,-0.007 0.024,-0.039-0.011,0.099 0.190,-0.057 0.014,-0.084-0.013,0.013 0.169,-0.063-0.002,-0.082-0.067,-0.087-0.102,-0.082-0.115,-0.073-0.113,-0.153-0.584,0.001 0.012,0.174 1.038,-0.009 0.180,-0.022 0.051,-0.055-0.279,-0.019-0.040,-0.019-0.073,-0.018-0.093,-0.016-0.101,-0.014-0.101,-0.012-0.096,-0.010-0.088,-0.007 0.041,-0.007-0.056,-0.005-0.064,-0.003-0.065,-0.002-0.061,-0.001-0.054,0.000-0.045,-0.363 0.331,-0.220 0.168,-0.114 0.069,0.027-0.131,-0.030-0.028,0.007-0.044,0.031-0.051,-0.178 0.148,-0.018 0.023,0.005 0.009,-0.271 0.196,-0.103 0.060,0.014-0.033,0.086-0.088,0.123-0.115,0.136-0.122,0.133-0.117,-0.208 0.052,-0.156 0.049,-0.054 0.003,0.017-0.027,0.063-0.046,0.090-0.055,0.754-0.377,-1.672 0.913,-0.283 0.166,-0.032 0.016,0.124-0.078,0.211-0.130,0.246-0.150,-0.240 0.061,-0.064-0.003,0.089-0.062,0.179-0.094,0.221-0.107,0.230-0.107,0.218-0.099,-0.363 0.074,-0.143 0.018,0.003-0.018,0.094-0.039,0.145-0.049,0.165-0.052,-0.775-0.071,-0.411-0.060,-0.126-0.057,0.066-0.051,0.184-0.043,0.246-0.035,0.268-0.027,1.328-0.031,-6.459-0.102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1821.000 750.000,'0.020'0.000,"0.031"0.000,0.035 0.000,0.034 0.000,0.030 0.000,0.026 0.000,0.020 0.000,0.016 0.000,0.011 0.000,0.008 0.000,0.005 0.000,0.003 0.000,0.001 0.000,-0.180 0.000,1.370 0.307,0.654 0.219,0.312 0.147,0.085-0.012,-0.011-0.030,-0.168-0.065,-0.256-0.084,-0.293-0.089,-0.296-0.086,-0.275-0.078,-0.008-0.083,0.095-0.041,0.038-0.034,-0.003-0.028,0.583-0.023,0.024-0.023,-0.117-0.014,-0.194-0.007,-0.226-0.003,-0.226 0.000,1.245-0.361,0.622-0.218,0.187-0.112,-0.333-0.023,-0.220-0.015,-0.317 0.033,-0.358 0.061,-0.360 0.076,-0.336 0.080,-0.297 0.077,-0.235 0.042,-0.242 0.050,-0.192 0.035,-0.145 0.023,-0.104 0.014,-0.070 0.007,-0.043 0.002,0.100-0.234,0.060-0.194,0.036-0.125,0.017-0.070,0.128-0.599,0.048-0.169,0.015-0.000,-0.007 0.106,-0.020 0.164,-0.027 0.188,-0.029 0.189,0.018-0.133,0.003-0.071,-0.018 0.013,-0.031 0.068,-0.036 0.098,-0.038 0.112,-0.134 0.714,0.096-1.789,-0.036-0.503,-0.030-0.172,-0.024 0.049,-0.018 0.184,-0.013 0.254,-0.174-0.173,-0.118-0.019,-0.073 0.125,-0.039 0.208,0.005 0.325,0.013 0.292,0.025 0.289,0.031 0.266,0.032 0.233,0.031 0.195,0.028 0.157,-0.009 0.105,0.000 0.082,-0.008 0.044,-0.012 0.017,-0.014-0.001,-0.014-0.012,-0.029-0.011,-0.015-0.017,0.013-0.018,0.030-0.017,0.039-0.015,0.043-0.013,0.155 0.103,-0.332-0.175,-0.115-0.049,-0.078-0.033,-0.048-0.020,-0.063-0.012,-0.006 0.025,0.009 0.036,0.018 0.041,-0.292-0.113,-0.119-0.041,-0.021 0.001,0.042 0.028,0.080 0.043,0.099 0.050,-0.003 0.020,-0.059 0.000,-0.005 0.012,0.033 0.020,-0.328-0.012,0.002 0.041,0.063 0.039,0.095 0.035,0.107 0.029,0.105 0.023,0.548 0.027,-0.049 0.002,-0.807-0.002,-0.104 0.009,0.003 0.006,0.247 0.002,0.080 0.002,0.093 0.001,0.096 0.000,-0.034 0.001,0.073-0.001,0.050-0.001,-0.027-0.002,-0.078-0.001,-0.040-0.001,-0.011-0.001,-0.097-0.001,-0.045-0.000,-0.006-0.000,0.021-0.000,-0.168-0.000,0.112-0.000,0.125-0.000,0.111 0.000,0.013 0.000,0.039 0.000,0.054 0.000,-0.072 0.000,0.037 0.000,0.057 0.000,0.065 0.000,0.048 0.000,-0.028 0.000,-0.025 0.000,-0.241 0.000,-0.061 0.000,0.001 0.000,0.703 0.000,-0.694 0.015,-0.007 0.024,0.033 0.029,0.058 0.030,0.616-0.076,-0.734 0.115,0.061-0.001,0.081-0.012,0.082-0.017,0.050-0.003,0.068-0.000,0.075 0.001,0.074 0.002,0.069 0.003,0.060 0.003,0.050 0.003,-0.190 0.085,-0.101 0.052,-0.040 0.030,0.001 0.013,0.028 0.001,0.321-0.169,-0.473 0.336,-0.037 0.038,0.010-0.019,0.122-0.064,0.002 0.014,0.019 0.000,0.031-0.010,-0.057 0.062,0.081-0.052,0.084-0.058,0.078-0.057,0.069-0.052,0.057-0.045,0.046-0.037,0.035-0.029,0.025-0.021,0.014-0.029,-0.038 0.012,-0.051 0.019,-0.093 0.051,-0.028 0.017,-0.010 0.011,0.003 0.006,0.011 0.003,-0.000 0.036,0.049 0.014,0.053 0.014,0.051 0.012,0.045 0.011,0.038 0.009,0.032-0.030,0.021-0.020,0.016-0.024,0.011-0.025,0.007-0.024,0.005-0.021,0.002-0.018,0.001-0.015,-0.000-0.012,-0.001 0.013,-0.001 0.027,-0.001 0.034,-0.001 0.037,-0.001 0.035,-0.001 0.005,-0.001 0.019,-0.001 0.015,-0.000-0.006,-0.000 0.000,-0.000-0.003,-0.000-0.005,0.000-0.231,-0.000 0.368,-0.000 0.036,0.000 0.010,0.000-0.061,0.000-0.031,0.000-0.037,0.000-0.039,0.000-0.037,0.000-0.033,0.000-0.029,0.000 0.008,0.000 0.002,0.000 0.010,0.000 0.015,0.000 0.016,0.000 0.016,0.000 0.098,0.000 0.056,0.000 0.026,0.000 0.095,0.000 0.014,0.000-0.028,0.000-0.050,0.000-0.059,0.000-0.059,0.000-0.039,0.000-0.024,0.000-0.012,0.000-0.004,0.000 0.001,0.000 0.004,0.000-0.069,0.000 0.000,0.000 0.001,0.000 0.002,0.000 0.002,0.000 0.002,0.000 0.002,0.000 0.002,0.000 0.031,0.000 0.000,0.000-0.002,0.000-0.002,0.000 0.012,0.000-0.023,0.000-0.026,0.000-0.026,0.000-0.024,0.000-0.021,0.000-0.017,0.000-0.013,0.000-0.010,0.000 0.005,0.000 0.017,0.000 0.022,0.000 0.023,0.000 0.022,0.000 0.020,0.000 0.017,0.013-0.035,0.022 0.007,0.026 0.007,0.029 0.006,0.061 0.054,0.042 0.012,0.037 0.010,0.038 0.018,-0.003-0.024,-0.015-0.031,-0.022-0.033,-0.023-0.031,-0.023-0.027,-0.020-0.022,-0.017-0.018,-0.013-0.013,-0.041-0.013,-0.013 0.031,-0.013 0.040,-0.013 0.045,0.107 0.200,0.072 0.079,0.053 0.034,-0.039-0.112,0.013-0.011,0.009-0.017,0.005-0.020,0.066 0.058,-0.016-0.047,-0.023-0.048,-0.026-0.045,-0.025-0.039,-0.022-0.032,-0.123-0.137,0.185 0.137,0.032 0.024,0.005 0.016,-0.014 0.010,0.066 0.171,-0.012 0.051,-0.010 0.018,-0.082-0.113,-0.008-0.014,-0.006-0.017,-0.005-0.018,0.011-0.015,-0.004-0.045,-0.003-0.048,-0.003-0.047,0.040-0.006,-0.005-0.020,-0.007-0.007,-0.007 0.002,-0.032 0.002,-0.009 0.026,-0.008 0.031,-0.007 0.032,-0.006 0.030,0.039 0.047,0.032 0.005,0.037-0.005,0.038-0.010,0.002-0.046,0.010-0.040,0.004-0.044,-0.008-0.048,0.027-0.007,0.011 0.001,-0.000 0.006,0.066 0.046,-0.014 0.022,-0.018 0.022,-0.350-0.195,0.318 0.153,0.011-0.014,-0.001-0.020,-0.010-0.023,-0.015-0.010,-0.018-0.001,-0.019 0.006,-0.019 0.010,0.101 0.025,0.005-0.014,-0.019-0.021,-0.033-0.023,-0.039-0.024,-0.040-0.022,-0.038-0.019,1.454-0.019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1097.000 798.000,'0.037'0.000,"0.060"0.000,0.072 0.000,0.075 0.000,0.072 0.000,0.462 0.000,0.296 0.000,0.171 0.000,0.076 0.000,0.009 0.000,-0.037 0.000,0.384 0.000,0.319 0.000,0.255 0.000,-1.744 0.000,3.644 0.000,0.711 0.000,0.198 0.000,0.592 0.000,0.114 0.000,-0.189 0.000,-0.277 0.000,-0.559 0.000,-0.686 0.000,-0.878 0.000,-0.295 0.000,-0.312 0.000,-0.305 0.000,-0.071 0.000,-0.226 0.000,-0.230 0.000,-0.217 0.000,-0.025 0.000,-0.159 0.000,-0.182 0.000,-0.183 0.000,-0.087 0.000,-0.146 0.000,-0.056 0.000,-0.050 0.000,-0.056 0.000,-0.099 0.000,-0.065 0.000,-0.062 0.000,-0.055 0.000,-0.047 0.000,-0.038 0.000,-0.030 0.000,0.277 0.000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1158.000 792.000,'0.000'0.049,"0.000"0.076,0.000 0.087,0.000 0.088,0.000 0.081,0.000 0.071,0.000 0.059,0.000 0.047,0.000 0.036,0.000 0.026,0.000 0.018,-0.045 0.141,-0.068 0.119,-0.075 0.125,-0.073 0.118,-0.344 1.436,-0.246 0.961,-0.150 0.520,-0.078 0.200,0.090-0.254,-0.037 0.147,-0.011-0.026,0.007-0.144,-0.279 1.054,0.071-0.286,0.119-0.462,0.280-1.040,0.081-0.264,0.097-0.315,0.102-0.334,-0.057-0.056,0.047-0.443,0.047-0.394,-0.040-0.032,0.044-0.169,0.070-0.180,0.081-0.144,0.080-0.109,0.074-0.079,0.078-0.177,0.038-0.061,0.032-0.055,0.025-0.048,0.006-0.005,-0.009 0.005,-0.017-0.004,-0.022-0.010,0.061-0.283,-0.091 0.408,0.000 0.021,0.008-0.000,-0.226 1.498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1168.000 852.000,'0.000'-0.022,"0.000"-0.034,0.000-0.038,0.000-0.037,0.000-0.033,0.000-0.028,0.000-0.022,0.000-0.017,0.000-0.012,0.000-0.008,0.000-0.005,0.000-0.003,0.030-0.014,0.048-0.099,0.058-0.120,0.061-0.126,0.134-0.210,0.088-0.018,0.075 0.032,0.145 0.004,0.091 0.070,0.051 0.105,-0.632 0.519,0.529-0.297,0.024 0.074,0.006 0.070,-0.007 0.062,0.727 0.117,0.414 0.195,0.296 0.195,-1.706-0.230,2.424 0.657,0.289 0.208,0.003 0.089,0.088 0.242,-0.290 0.029,-0.370-0.063,-0.791-0.288,-0.268-0.076,-0.253-0.099,-0.229-0.110,-0.201-0.098,-0.170-0.085,-0.140-0.071,-0.112-0.058,-0.087-0.015,-0.094-0.014,-0.078 0.001,-0.061 0.011,-0.050 0.071,-0.046-0.023,-0.027-0.033,-0.013-0.036,-0.004-0.035,0.002-0.031,-0.021-0.031,-0.036-0.019,-0.041-0.014,-0.041-0.010,-0.037-0.006,-0.032-0.004,0.040-0.043,-0.010-0.013,-0.008-0.015,-0.006-0.015,-0.077-0.004,-0.010-0.020,-0.007-0.017,-0.116-0.013,-0.089-0.010,-0.066-0.007,0.010-0.057,-0.060-0.036,-0.020-0.020,0.009-0.008,-0.127-0.066,-0.027-0.029,0.016-0.007,0.044 0.008,0.003-0.038,0.013-0.035,0.049-0.022,0.071-0.013,-0.019-0.009,0.036 0.026,0.046 0.036,0.049 0.040,-0.036 0.035,0.003 0.041,0.016 0.037,-3.559 0.016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1217.000 859.000,'0.008'-0.025,"0.013"-0.039,0.015-0.044,0.014-0.043,0.013-0.039,0.011-0.033,0.009-0.027,0.007-0.021,0.005-0.015,0.004-0.010,0.002-0.007,0.001-0.004,0.001-0.002,0.000-0.000,-0.000 0.001,-0.000 0.001,-0.000 0.001,-0.000 0.001,-0.000 0.001,-0.000 0.001,0.173-0.280,0.160-0.247,0.128-0.167,0.099-0.103,0.153-0.162,0.028 0.046,-0.004 0.094,-0.025 0.120,0.003 0.008,-0.019 0.036,-0.042 0.064,-0.011 0.149,0.013 0.074,-0.018 0.074,-0.038 0.070,0.105-0.014,-0.084 0.119,-0.084 0.109,-0.134 0.105,-0.075 0.064,-0.069 0.052,-0.060 0.040,-0.050 0.029,-0.040 0.021,-0.030 0.013,0.007 0.025,0.006 0.025,0.015 0.024,0.020 0.022,0.021 0.018,0.020 0.015,0.059 0.116,0.075 0.126,0.044 0.107,0.020 0.088,0.042 0.203,0.002 0.113,-0.026 0.044,-0.043-0.006,-0.034 0.009,-0.065-0.072,-0.064-0.086,-0.060-0.090,-0.046-0.028,-0.071-0.138,-0.061-0.129,-0.049-0.112,-0.038-0.093,-0.028-0.074,-0.020-0.056,-0.013-0.040,-0.007-0.027,-0.003-0.017,-0.023 0.004,-0.029 0.018,-0.031 0.025,-0.030 0.027,-0.027 0.026,-0.023 0.023,-0.060 0.146,-0.037 0.079,-0.008 0.026,0.011-0.009,0.022-0.031,0.028-0.043,0.178-0.170,-0.340 0.114,-0.020-0.052,0.028-0.046,0.055-0.038,0.066-0.030,0.068-0.023,0.063-0.016,0.055-0.011,0.045-0.007,0.036-0.003,0.026-0.001,0.019 0.000,0.012 0.001,0.007 0.002,0.004 0.002,0.001 0.002,-0.000 0.001,-0.001 0.001,-0.002 0.001,-0.002 0.001,-0.002 0.001,-0.002 0.000,-0.001 0.000,-0.001 0.000,-0.001 0.000,-0.001 0.000,-0.000-0.000,-0.000-0.000,-0.094 0.000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1269.000 785.000,'0.000'0.027,"0.000"0.040,0.000 0.045,0.000 0.044,0.000 0.039,0.000 0.033,0.000 0.026,0.000 0.020,0.000 0.014,0.000 0.010,0.000 0.068,0.000 0.098,-0.013 0.038,-0.022 0.206,-0.026 0.238,-0.029 0.248,-0.022 1.057,-0.005 0.682,0.004 0.435,0.009 0.242,-0.002 1.825,0.020 0.480,0.019 0.024,0.055-4.813,-0.034 6.064,0.014 0.239,0.012-0.364,0.009-0.704,0.006-0.855,0.004-0.876,0.001-3.768,0.002 3.698,0.001-0.377,0.000-0.555,0.000-0.618,-0.000-0.605,-0.001-0.546,-0.003-1.521,0.002 1.176,-0.000-0.176,-0.000-0.197,-0.000-0.198,-0.000-0.184,-0.000-0.162,-0.000-0.137,0.016-0.089,0.025-0.118,0.028-0.088,0.027-0.062,0.025-0.041,0.021-0.025,0.016-0.013,0.012-0.004,0.009 0.001,0.006 0.005,0.004 0.006,0.002 0.006,0.001 0.006,0.000 0.005,-0.001 0.004,-0.001 0.003,0.152-0.008,0.120-0.005,0.003-0.010,0.021-0.006,-0.000-0.006,-0.014-0.005,0.146-0.003,0.012-0.005,-0.018-0.004,-0.075-0.003,-0.044-0.002,-0.046-0.001,-0.044-0.001,-0.036-0.000,-0.047-0.000,-0.041 0.000,-0.035 0.000,-0.028 0.000,-0.022 0.000,0.361-0.001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368.000 1072.000,'0.081'0.000,"0.125"0.000,0.142 0.000,0.141 0.000,-0.377 0.000,0.967 0.000,0.324 0.000,0.178 0.000,0.071 0.000,-0.003 0.075,0.056 0.061,-0.019 0.048,-0.069 0.036,-1.256-0.170,1.721 0.225,0.061-0.016,-0.002-0.032,0.588-0.034,0.428-0.042,0.333-0.039,0.247-0.033,0.173-0.027,0.112-0.021,5.055-0.104,2.423-0.057,0.617-0.023,-0.529 0.000,-1.174 0.014,-1.459 0.021,-1.308 0.030,-0.868 0.019,-1.045 0.017,-1.080 0.015,-1.024 0.012,-0.912 0.010,-0.773 0.007,-0.368 0.005,-0.383 0.004,-0.321 0.002,-0.257 0.001,-0.197 0.000,-0.144-0.000,0.288-0.000,0.150-0.001,0.050-0.001,-0.017-0.001,-0.058-0.001,-0.079-0.000,-0.086-0.000,1.746-0.001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866.000 1067.000,'0.015'0.006,"0.668"0.297,0.382 0.173,0.205 0.094,0.075 0.037,-0.015-0.004,0.797 0.142,0.376-0.011,0.204-0.050,0.083-0.069,0.732-0.177,0.747-0.070,0.370-0.069,0.092-0.065,0.554-0.050,-0.121-0.056,-0.348-0.045,-0.473-0.035,-0.523-0.026,-0.287-0.020,-0.487-0.013,-0.477-0.008,-0.435-0.004,-0.377-0.001,-0.103 0.003,-0.035 0.002,-0.105 0.002,-0.146 0.002,-0.091 0.003,-0.038 0.002,-0.053 0.002,-0.060 0.002,0.355 0.001,-0.103 0.002,-0.170 0.001,-0.196 0.001,-0.193 0.000,-0.175 0.000,-0.523-0.001,0.676 0.001,0.114 0.000,0.055-0.000,0.069 0.000,0.025-0.000,-0.037-0.000,-0.076-0.000,0.169 0.000,-0.033-0.000,-0.083 0.000,-0.057-0.000,0.027 0.000,-0.001 0.000,0.080 0.000,-0.007 0.000,-0.037 0.000,-0.054 0.000,-0.062 0.000,-0.062 0.000,-0.058 0.000,0.636 0.000,0.311 0.000,0.132 0.000,-0.207 0.000,-0.028 0.000,-0.100 0.000,-0.143 0.000,0.151 0.000,-0.126 0.000,-0.163 0.000,-0.173 0.000,-0.166 0.000,-0.148 0.000,-0.605 0.000,0.660 0.000,0.242 0.000,0.259 0.000,0.257 0.000,0.967-0.133,0.414-0.079,0.144-0.038,-0.044-0.008,0.174-0.001,-0.178 0.027,-0.289 0.034,-0.394 0.049,-0.206 0.029,-0.253 0.026,-0.269 0.023,0.161 0.015,-0.152 0.022,-0.147 0.016,0.232 0.095,0.111 0.052,0.026 0.021,0.461-0.009,0.383-0.010,0.230-0.016,0.116-0.019,0.500-0.019,0.120-0.018,-0.132-0.016,-0.283-0.013,-0.359-0.011,-0.382-0.008,0.831-0.006,0.082-0.005,-0.226-0.003,-0.392-0.002,-0.457-0.000,-0.456 0.000,0.568 0.001,0.288 0.001,0.017 0.001,-0.155 0.001,-0.250 0.000,-0.290 0.001,2.193 0.000,0.997 0.000,0.267 0.000,-0.198 0.000,-0.461 0.000,-0.579 0.000,-0.598 0.000,-0.557 0.000,0.180 0.060,0.459 0.037,0.105 0.012,0.039 0.006,-0.155-0.002,-0.281-0.007,-2.677-0.081,2.802 0.077,-0.306-0.016,-0.338-0.016,-0.336-0.015,0.042-0.014,-0.027-0.011,-0.102-0.009,0.704-0.007,-0.006-0.007,-0.219-0.005,-0.364-0.003,-0.289-0.002,-0.341-0.001,-0.349-0.000,-1.352 0.004,1.213-0.004,-0.197 0.001,-0.380 0.001,-0.090 0.000,-0.096 0.000,-0.094 0.000,0.031 0.000,0.010 0.000,-0.004 0.000,-0.015 0.000,-0.021 0.000,-0.024 0.000,-0.025 0.000,-0.024 0.000,0.273 0.000,0.027 0.000,-0.032 0.000,-0.104 0.000,0.037 0.000,0.009 0.000,-0.010 0.000,0.066 0.000,-0.025-0.000,-0.052 0.000,-0.068 0.000,0.260 0.000,0.078 0.000,0.043 0.000,0.240 0.000,0.172 0.000,0.072 0.000,0.268 0.000,0.333 0.000,0.194 0.000,0.087 0.000,-0.005 0.000,-0.068 0.000,-0.109 0.000,-0.131 0.000,0.538-0.119,0.161-0.074,-0.017-0.038,-0.137-0.012,-0.111 0.019,-0.057 0.016,-0.122 0.022,-0.160 0.025,1.183-0.066,0.396-0.007,0.118 0.013,-0.068 0.024,-3.082 0.150,5.142-0.511,1.188-0.220,0.055-0.125,0.709-0.171,0.232-0.096,-0.105-0.040,-0.324 0.108,-0.246 0.087,-0.487 0.114,-0.629 0.127,0.760 0.006,-1.094 0.190,-1.149 0.165,-1.013 0.146,-0.688 0.096,-0.624 0.074,-2.043 0.079,1.670-0.015,-0.401 0.039,-0.339 0.023,0.510 0.012,0.320 0.004,0.176-0.001,0.363-0.125,0.049-0.104,-0.128-0.082,-0.225-0.062,-0.265-0.044,-0.785 0.079,0.017-0.046,0.373-0.106,-0.041 0.001,-0.110 0.024,-0.152 0.039,-0.173 0.047,-0.179 0.051,-0.173 0.050,-0.160 0.047,0.017 0.029,-0.020 0.015,-0.045 0.005,-0.060-0.003,0.115-0.027,-0.059 0.019,-0.046 0.024,-0.020-0.027,0.035-0.020,0.001-0.003,-0.021 0.009,-0.035 0.016,0.249-0.097,0.211-0.113,0.223-0.130,0.098-0.073,0.008-0.031,-0.054-0.001,-0.109 0.011,-0.064 0.016,-0.085 0.041,-0.095 0.056,0.010 0.011,-0.025 0.032,-0.047 0.045,-0.060 0.051,0.161-0.019,0.034 0.021,-0.016 0.034,-0.049 0.040,1.047-0.242,0.617-0.144,0.319-0.076,-2.400 0.562,3.205-0.658,-0.112 0.073,-0.356 0.107,-0.477 0.035,-0.511 0.072,-0.490 0.088,-0.631 0.118,-0.300 0.038,-0.263 0.028,-0.221 0.019,-0.074-0.062,-0.057-0.042,0.016-0.053,-0.322 0.316,0.411-0.431,0.035-0.047,0.006-0.010,-0.013 0.013,-0.023 0.026,-0.028 0.032,-0.077 0.019,-0.008-0.044,-0.026-0.016,-0.037 0.004,-0.029 0.017,-0.022 0.026,-0.016 0.031,-0.011 0.032,-0.180 0.324,0.321-0.549,0.040-0.045,0.017 0.003,-0.092 0.125,-0.007 0.019,-0.010 0.043,-0.011 0.056,0.070-0.127,-0.011 0.012,-0.010 0.027,-0.084 0.097,-0.035 0.006,-0.038-0.000,-0.038-0.004,-0.036 0.008,-0.032 0.016,-0.028 0.021,-0.023 0.022,-0.018-0.093,-0.017-0.024,-0.012-0.004,-0.010-0.031,-0.005 0.035,-0.002 0.042,-0.000 0.043,0.003-0.005,0.001-0.088,0.000-0.203,0.002-0.080,0.002-0.031,0.001 0.003,-0.106-0.086,-0.106-0.099,-0.099-0.067,-0.076-0.019,-0.065-0.048,-0.034-0.000,-0.011 0.033,-0.126-0.290,0.026 0.052,0.038 0.088,0.086 0.180,0.079 0.157,0.080 0.158,0.075 0.147,0.066 0.128,0.055 0.106,0.044 0.084,0.149-0.094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381.000 1164.000,'0.050'0.012,"0.080"0.020,0.095 0.024,0.100 0.025,0.096 0.024,0.088 0.011,0.065-0.001,0.049-0.008,0.035-0.012,0.024-0.014,0.015-0.015,0.943 0.381,0.573 0.233,0.327 0.123,0.659 0.025,0.605 0.052,0.361 0.012,0.175-0.015,2.840 0.075,1.212-0.134,0.602-0.151,0.022-0.210,0.696-0.099,0.159-0.088,-0.212-0.076,1.903-0.056,0.072-0.060,-0.418-0.044,-2.126-0.027,-0.712-0.016,-0.860-0.010,-0.917-0.006,-3.666 0.013,3.317-0.021,-1.106 0.001,-1.037 0.003,-1.015 0.006,-0.533 0.004,-0.453 0.004,-0.373 0.003,0.520 0.002,0.129 0.004,0.075 0.003,-1.992 0.004,2.413-0.001,0.109 0.001,-0.022 0.001,-0.100 0.001,-0.225 0.000,0.072 0.000,-0.185-0.000,-0.145 0.000,-0.214-0.000,-0.251-0.000,0.082 0.000,-0.390-0.000,-0.347-0.000,-0.231-0.000,-0.209-0.000,-0.186 0.000,-0.156-0.000,-0.124 0.000,-0.095 0.000,-0.068 0.000,-0.006-0.000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1701.000 915.000,'-0.935'0.673,"-0.629"0.458,-0.386 0.286,-0.199 0.153,-0.061 0.054,-0.395 0.194,-0.051-0.006,0.104-0.083,0.197-0.127,0.245-0.147,0.259-0.150,1.470-1.036,-1.823 1.206,0.123-0.115,0.257-0.183,0.317-0.207,0.324-0.204,0.301-0.184,0.260-0.156,0.213-0.125,0.165-0.095,0.122-0.069,0.085-0.047,0.055-0.029,0.032-0.016,-0.039-0.026,0.048 0.287,0.003 0.150,-0.003 0.092,-0.006 0.048,-0.008 0.017,0.049 0.493,0.030 0.413,0.013 0.293,0.001 0.195,0.178 0.557,0.105 0.050,0.061-0.136,0.098-0.238,0.019-0.361,-0.026-0.380,-0.053-0.362,-0.065-0.324,-0.068-0.275,-0.065-0.222,-0.058-0.172,-0.049-0.127,-0.040-0.089,-0.006-0.087,0.005-0.065,0.017-0.049,0.050-0.007,0.067 0.020,0.071 0.034,0.026 0.023,0.008 0.008,-0.008 0.001,-0.018-0.003,-0.034 0.017,-0.032 0.023,-0.032 0.027,-0.030 0.028,-0.026 0.026,-0.021 0.023,-0.025-0.010,-0.035-0.027,-0.034-0.037,-0.031-0.039,-0.026-0.038,-0.021-0.034,-0.017 0.023,-0.009-0.012,-0.007-0.009,-0.005-0.007,0.007-0.041,0.016 0.013,0.020 0.019,0.020 0.021,0.019 0.021,0.017 0.019,0.014 0.016,0.004-0.005,0.048-0.089,0.058-0.113,0.185-0.324,0.090-0.144,0.070-0.101,0.034 0.019,0.056-0.027,0.027 0.013,0.005 0.038,0.245-0.311,0.014-0.007,-0.061 0.091,-0.101 0.141,-0.116 0.160,-0.115 0.156,-0.124 0.166,-0.054 0.080,-0.038 0.059,-0.036 0.046,-0.047 0.050,-0.043 0.042,-0.038 0.033,-0.031 0.025,-0.025 0.018,-0.019 0.012,-0.014 0.008,-0.009 0.004,-0.006 0.002,-0.003-0.000,-0.001-0.001,0.000-0.002,0.004-0.007,0.009-0.017,0.010-0.020,0.011-0.020,0.010-0.019,0.009-0.016,0.007-0.014,0.115-0.117,0.073-0.058,0.047-0.028,-0.291 0.371,0.376-0.489,0.006-0.073,-0.034-0.046,-0.061 0.019,-0.063 0.040,-0.063 0.056,-0.058 0.062,-0.054 0.061,-0.038 0.020,0.032-0.021,0.038-0.049,0.032-0.020,0.026 0.001,0.154-0.148,0.089-0.069,0.048-0.032,0.018-0.005,-0.401 0.604,0.578-0.965,0.013-0.137,-0.023-0.089,0.026-0.043,-0.054 0.120,-0.090 0.193,-0.104 0.221,-0.104 0.218,-0.094 0.198,-0.080 0.168,-0.065 0.135,-0.050 0.104,-0.036 0.076,-0.025 0.052,-0.016 0.033,-0.009 0.018,-0.004 0.008,-0.000 0.001,0.001-0.003,0.003-0.006,0.003-0.007,0.003-0.007,0.003-0.006,0.003-0.005,0.002-0.004,0.002-0.003,0.001 0.220,0.001 0.211,0.000 0.185,0.000 0.155,0.000 0.124,-0.030 1.189,-0.048 0.890,-0.058 0.568,-0.061 0.316,-0.253 1.320,-0.156 0.741,-0.086 0.406,-0.069 0.001,-0.063 0.163,-0.014-0.130,0.022-0.327,-0.171 1.388,0.049-0.540,0.053-0.721,0.722-5.100,-0.589 4.438,0.132-0.663,0.133-0.682,0.110-1.075,0.015-0.250,0.016-0.262,0.016-0.257,-0.039 0.800,0.059-0.068,0.062-0.220,0.031-0.296,0.009-0.401,-0.005-0.433,0.010-0.450,0.006-0.347,0.008-0.295,0.009-0.240,0.008-0.186,0.007-0.137,0.006-0.096,0.031-0.066,0.052-0.038,0.057-0.017,0.056-0.003,0.051 0.006,0.043 0.011,0.035 0.013,0.027 0.014,0.020 0.013,0.013 0.011,0.009 0.009,0.005 0.007,0.002 0.005,-0.020 0.004,0.041 0.002,0.051 0.001,0.046-0.074,0.016-0.060,0.003-0.048,-0.005-0.036,0.083-0.137,-0.007-0.070,-0.038-0.038,-0.088 0.076,-0.022 0.025,-0.018 0.037,-0.014 0.043,0.825-0.498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1692.000 1043.000,'0.074'-0.051,"0.114"-0.078,0.128-0.088,0.127-0.086,0.115-0.078,0.098-0.067,0.079-0.054,0.061-0.042,0.045-0.030,0.031-0.021,0.020-0.013,0.011-0.008,0.005-0.003,0.001-0.001,-0.002 0.001,-0.003 0.002,-0.004 0.003,-0.004 0.003,-0.004 0.002,-0.003 0.002,-0.003 0.002,-0.002 0.001,-0.001 0.001,-0.001 0.001,-0.001 0.000,0.117-0.114,0.187-0.180,0.211-0.203,0.364-0.503,0.409-0.485,0.222-0.292,0.080-0.143,0.150-0.333,-0.123 0.001,-0.202 0.126,-0.244 0.203,0.088-0.175,-0.331 0.378,-0.327 0.400,-1.210 1.575,0.932-1.092,-0.230 0.371,-0.209 0.318,-0.179 0.259,-0.145 0.200,-0.112 0.148,0.019 0.719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1809.000 969.000,'0.018'0.000,"1.671"-0.086,1.000-0.131,0.552-0.147,0.231-0.145,0.015-0.131,1.612-0.439,0.993-0.295,0.569-0.190,0.263-0.109,-5.653 1.368,5.626-1.273,-0.377 0.140,-0.724 0.204,-0.880 0.227,-0.930 0.288,-0.468 0.163,-0.494 0.144,-0.137 0.037,-0.414 0.070,-0.422 0.067,-0.492 0.079,-0.198 0.039,-0.196 0.033,-0.185 0.028,-0.755 0.043,2.792-0.886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1871.000 915.000,'0.037'0.015,"0.056"0.023,0.063 0.025,0.061 0.024,0.055 0.022,0.046 0.018,0.036 0.015,0.028 0.011,0.020 0.008,0.013 0.005,0.008 0.003,0.004 0.002,-0.054-0.019,0.002 0.005,0.003 0.006,0.003 0.007,0.004 0.006,0.438 0.248,0.460 0.272,0.967 0.533,0.366 0.202,0.117 0.062,-0.055-0.034,-0.163-0.094,0.245 0.147,-0.039-0.017,-2.176-1.196,1.762 0.991,-0.100-0.045,-0.160-0.084,-0.193-0.107,-0.092-0.069,-0.241-0.133,-0.254-0.126,-0.247-0.113,-0.207-0.014,-0.215-0.041,-0.181-0.042,-0.132 0.022,-0.142-0.049,-0.099-0.043,-0.050-0.118,-0.028-0.023,-0.018-0.019,-0.009-0.015,-0.003 0.055,0.001 0.047,0.004 0.040,0.006 0.032,-0.059 0.265,-0.048 0.199,-0.038 0.143,-0.029 0.097,-0.246 0.626,-0.174 0.346,-0.123 0.182,-0.082 0.060,-0.199 0.630,-0.013 0.064,0.045-0.135,0.112-0.536,0.046-0.307,0.068-0.332,0.078-0.328,-1.574 1.143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1978.000 848.000,'0.000'0.012,"0.000"0.323,0.000 0.207,0.000 0.146,0.000 0.095,0.000 0.056,0.000 0.026,0.284 2.414,0.194 1.493,0.123 0.866,0.068 0.406,0.026 1.637,-0.021 0.920,-0.041 0.461,-0.178-0.653,-0.059 0.696,-0.062 0.318,-0.061 0.039,-0.047 2.557,-0.056 0.904,-0.048 0.109,-0.040-0.435,-0.006-0.701,0.021-0.448,0.036-0.734,0.045-0.893,0.065 0.078,0.037-1.116,0.028-1.197,0.185-1.448,0.121-0.834,0.051-0.835,0.000-0.790,-0.507-2.848,0.533 2.075,-0.008-0.573,-0.029-0.509,-0.042-0.437,0.072-0.324,0.040-0.281,0.016-0.237,-0.002-0.193,0.252 0.020,0.202 0.007,0.157-0.002,0.117-0.008,0.641 0.111,0.261 0.036,0.119 0.016,0.018 0.001,-0.050-0.008,-1.937-0.414,1.099 0.241,0.034 0.020,1.292 0.198,0.290-0.026,0.152-0.050,0.050-0.063,0.396-0.029,-0.400-0.099,-0.524-0.092,-0.560-0.080,-0.538-0.066,-0.481-0.052,-0.406-0.039,-0.328-0.028,-0.252-0.019,-0.185-0.012,-0.128-0.006,-0.082-0.002,-0.047 0.000,-0.021 0.002,-0.494-0.230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1958.000 827.000,'0.044'-0.015,"0.069"-0.023,0.080-0.027,0.081-0.027,0.076-0.025,0.200-0.008,0.190 0.004,0.170 0.012,0.145 0.015,0.118 0.017,5.875 0.013,3.594 0.017,1.937 0.014,0.012 0.013,0.854 0.007,0.044 0.005,-0.507 0.004,-1.013 0.056,-0.773 0.036,-1.065 0.020,-1.212 0.008,0.593 0.029,-1.777-0.013,-1.687-0.019,-1.553-0.026,-1.046-0.018,-0.887-0.017,-0.719-0.015,-0.253-0.012,-0.156-0.010,-0.083-0.007,0.112 0.061,0.247 0.053,0.187 0.044,0.135 0.035,0.930 0.228,0.466 0.175,0.260 0.142,1.056 0.165,0.503 0.059,0.177 0.000,-0.049-0.039,-0.193-0.061,0.065 0.002,-0.410-0.086,-0.767-0.141,-0.583-0.110,-0.582-0.108,-0.543-0.099,-0.488-0.083,-0.260-0.032,-0.231-0.016,-0.227 0.002,-0.174 0.020,-0.146 0.029,-0.120 0.033,-0.095 0.088,-0.072 0.068,-0.053 0.051,-0.037 0.036,0.046 0.206,-0.003 0.135,-0.017 0.099,-0.026 0.069,0.302 0.785,0.097 0.409,0.016 0.261,-0.048 0.248,0.026 0.461,-0.019 0.315,-0.048 0.197,-0.008 0.567,-0.017 0.522,-0.052 0.320,-0.074 0.162,-0.492-4.017,0.460 5.817,-0.122 0.362,-0.113 0.077,-0.368 3.502,-0.270 1.316,-0.172 0.168,-0.061-1.863,-0.078 0.117,-0.023-0.279,0.016-0.538,0.042-0.211,0.058-0.611,0.066-0.856,0.068-0.980,0.030 0.225,0.082-1.183,0.070-1.174,0.050-0.798,0.046-1.141,0.031-0.974,0.019-0.788,0.010-0.606,0.004-0.442,-0.000-0.304,-0.003-0.194,-0.004-0.110,-0.005-0.049,-0.004-0.008,-0.004 0.018,-0.003 0.032,-0.002 0.038,-0.002 0.038,-0.001 0.035,-0.001 0.030,-0.001 0.024,-0.000 0.019,-0.000 0.014,0.000 0.009,0.000 0.006,0.000 0.003,0.000 0.002,0.000 0.000,-0.100 0.022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2041.000 1112.000,'0.059'0.000,"0.090"0.000,0.102 0.000,0.102 0.000,0.093 0.000,0.079 0.000,0.065 0.000,0.251-0.081,0.354-0.125,0.387-0.142,0.376-0.141,1.222-0.544,1.445-0.690,1.508-0.731,1.411-0.691,3.190-0.225,1.610 0.045,0.283 0.298,-0.565 0.431,-3.095 0.896,-0.550 0.278,-0.757 0.265,0.968 0.047,-1.686 0.359,-1.607 0.284,-1.423 0.214,-1.190 0.153,-0.948 0.103,-0.711 0.058,-0.458 0.032,-0.302 0.013,-0.181-0.000,-0.090-0.008,-0.026-0.013,0.016-0.015,0.094-0.069,0.131-0.100,0.144-0.109,0.160-0.171,0.040-0.088,-0.029-0.034,-0.068 0.002,-0.158 0.116,-0.055 0.010,-0.054 0.009,0.171-1.218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511.000 1184.000,'-0.037'0.012,"-0.057"0.019,-0.064 0.021,-0.062 0.021,-0.056 0.019,-0.047 0.016,-0.038 0.013,0.037 0.030,-0.089 0.099,-0.107 0.122,-1.131 0.889,-0.563 0.422,-0.273 0.175,2.016-1.499,-1.647 1.395,-0.035 0.146,0.024 0.080,0.063 0.030,-0.551 0.800,-0.024 0.208,0.128-0.005,0.218-0.143,0.262-0.223,0.272-0.259,0.259-0.265,-0.873 1.757,-0.240 0.650,0.043 0.093,0.211-0.252,0.293-0.437,0.317-0.511,1.430-2.799,-1.467 2.668,0.091-0.280,0.184-0.411,0.226-0.457,0.233-0.447,0.218-0.404,0.683-1.063,-0.531 0.629,0.106-0.274,0.099-0.218,0.087-0.166,0.072-0.120,0.057-0.082,-0.260-0.654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423.000 544.000,'0.009'0.036,"0.014"0.055,0.016 0.063,0.016 0.063,0.014 0.057,0.012 0.050,0.010 0.041,0.008 0.032,0.006 0.024,0.138-0.075,0.226-0.084,0.263-0.102,0.269-0.107,0.254-0.103,0.227-0.093,0.194-0.080,-1.316 0.175,1.864-0.329,0.205-0.077,0.050-0.040,0.006 0.035,-0.013 0.037,-0.106 0.053,-0.161 0.059,-1.743 0.249,1.723-0.217,-0.013-0.015,-0.041-0.034,-0.153 0.002,-0.013-0.028,-0.047-0.027,-0.068-0.025,0.288-0.094,0.039-0.032,-0.059-0.005,-0.121 0.014,0.138-0.107,-0.262 0.035,-0.297 0.069,-0.295 0.085,-0.271 0.089,-0.196 0.091,-0.224 0.089,-0.089 0.044,-0.075 0.037,-0.061 0.031,-0.022 0.025,0.007 0.019,0.026 0.014,0.038 0.010,0.134 0.008,0.086 0.004,0.065 0.002,0.047 0.000,0.018-0.001,-0.004-0.002,-0.018-0.002,-0.026-0.002,0.040 0.010,0.041 0.020,0.013 0.025,-0.007 0.027,0.345 0.036,0.095 0.003,0.019-0.008,-0.114-0.029,0.017-0.012,-0.023-0.013,-0.050-0.013,0.523-0.004,0.072-0.016,-0.041-0.013,-1.335-0.020,1.398 0.009,-0.021-0.007,-0.070-0.005,-0.123-0.003,-0.145-0.002,-0.146-0.001,-0.980 0.004,0.831-0.028,-0.063-0.038,-0.064-0.044,-0.736 0.088,0.872-0.109,0.019-0.001,-0.043 0.009,-0.113-0.035,-0.047-0.023,-0.069-0.004,-0.080 0.008,0.335-0.059,0.237-0.040,0.157-0.026,0.094-0.014,0.851-0.223,0.410-0.116,0.149-0.049,-0.032-0.002,0.082-0.051,-0.019-0.036,-0.119-0.016,0.050-0.084,-0.241-0.024,-0.278-0.022,-0.604 0.168,-0.251 0.046,-0.244 0.057,-0.225 0.062,-0.074 0.006,-0.199 0.074,-0.185 0.067,-0.163 0.058,-0.164-0.685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83.000 545.000,'0.047'-0.007,"0.072"-0.010,0.080-0.011,0.079-0.011,0.071-0.010,0.059-0.008,0.048-0.007,0.036-0.005,0.026-0.004,0.018-0.003,0.011-0.002,0.006-0.001,0.002-0.000,3.439-0.164,2.633-0.120,1.830-0.068,3.126-0.121,0.510 0.010,-0.202 0.043,-0.658 0.061,1.680 0.034,-0.450 0.088,-0.875 0.081,-1.108 0.083,0.024 0.045,-0.187 0.037,-8.073 0.057,11.154-0.024,0.452 0.026,-0.184 0.017,-0.756-0.234,1.035-0.229,0.295-0.215,-0.234-0.193,0.955-0.373,-0.610-0.189,-1.075-0.087,-1.325-0.013,0.988-0.419,-1.644 0.079,-1.764 0.205,-7.795 1.360,6.163-1.038,-1.452 0.280,-1.379 0.261,-1.586 0.307,-0.532 0.127,-0.486 0.107,-0.429 0.088,0.281 0.068,0.022 0.065,0.009 0.045,-0.001 0.029,2.828 0.305,1.773 0.268,1.152 0.226,2.884 0.205,1.999 0.137,0.961 0.050,3.044-0.003,0.527-0.139,-0.648-0.175,-1.326-0.183,1.034-0.155,-0.676-0.166,-2.657-0.162,-0.763-0.079,-1.188-0.063,-1.399-0.049,-1.453-0.036,-0.520-0.028,-1.165-0.018,0.330-0.015,-0.662-0.003,-0.794 0.002,-0.803 0.005,-3.956 0.032,3.921-0.024,-0.159 0.007,0.331 0.007,0.154 0.005,-0.055 0.004,-0.907 0.004,-0.044 0.002,-0.156 0.001,-0.226 0.001,0.044 0.001,-0.091 0.000,-0.179 0.000,-0.231 0.000,1.146 0.000,-0.011-0.000,-0.209-0.000,-3.406-0.001,3.445 0.001,0.031-0.000,-0.123-0.000,-0.010-0.000,0.146-0.000,-0.037-0.000,-0.159-0.000,0.334 0.150,-0.001 0.116,-0.164 0.086,-0.263 0.060,-0.312 0.040,-0.183-0.060,0.156-0.019,0.049-0.031,1.685 0.045,0.021-0.074,-0.245-0.072,-4.208-0.197,3.339 0.108,-0.260-0.042,-0.303-0.035,-0.459-0.030,-0.182-0.018,-0.211-0.014,-0.220-0.010,-0.055-0.007,-0.150-0.005,-0.208-0.003,-0.238-0.001,0.586-0.004,-0.019 0.001,-0.099 0.002,-0.141 0.003,-0.094 0.003,0.094 0.002,0.041 0.002,0.566 0.001,0.208 0.001,0.073 0.001,0.584 0.001,0.076 0.001,-0.111 0.000,-0.413 0.000,0.133 0.000,-0.027 0.000,-0.137 0.000,0.308-0.000,-0.082 0.000,-0.208-0.000,-0.281-0.000,0.712-0.000,-0.059-0.000,-0.238-0.000,-0.331-0.000,-0.363 0.000,-0.392-0.000,0.208 0.000,1.668 0.000,0.385 0.000,0.098-0.000,0.043 0.000,0.061 0.000,-0.123 0.000,0.198 0.000,-0.053 0.000,-0.210 0.000,-0.294 0.000,0.397-0.074,0.148-0.042,-0.023-0.018,0.681-0.095,0.030-0.034,-0.173 0.001,-0.984 0.067,-0.046 0.020,-0.161 0.023,-0.231 0.024,0.780 0.010,-0.161 0.029,-0.297 0.025,-0.594 0.024,-0.000 0.012,-0.040 0.010,-0.065 0.008,-0.013 0.006,-0.189 0.004,-0.301 0.003,-0.363 0.002,-2.140-0.005,2.336 0.008,-0.455-0.000,-0.436-0.001,-0.387-0.001,-0.325-0.001,-0.259-0.001,-0.225-0.001,-0.185-0.001,-0.145-0.001,1.376-0.002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99.000 890.000,'0.074'0.000,"0.115"0.000,0.134 0.000,0.135 0.000,0.127 0.000,0.112 0.000,0.083 0.017,0.125 0.026,0.122 0.031,0.112 0.032,0.236 0.010,0.371 0.002,0.413-0.006,0.416-0.011,0.392-0.014,2.813-0.016,1.779-0.014,0.931-0.013,0.302-0.011,1.281-0.008,-0.437-0.009,-0.879-0.007,-1.097-0.005,-0.120 0.024,-0.881 0.040,-0.961 0.047,-4.651-0.093,3.705 0.103,-0.615-0.000,-0.649-0.009,-0.432-0.019,-0.356-0.015,-0.397-0.015,-0.398-0.015,-1.516-0.042,1.386 0.029,-0.308-0.013,-0.285-0.010,-0.249-0.008,-0.224-0.005,-0.181-0.004,-0.139-0.002,-0.101-0.001,0.041 0.001,0.070 0.000,0.054 0.000,0.039 0.000,-0.374 0.002,0.815-0.002,0.192 0.001,0.108 0.000,0.234 0.001,0.214 0.000,0.136 0.000,-0.107 0.000,0.064 0.000,-0.010 0.000,-0.061 0.000,-0.053 0.000,-0.098 0.000,-0.124 0.000,-0.135 0.000,-0.017 0.000,-0.109 0.000,-0.113-0.000,-0.110 0.000,-0.731-0.000,0.758 0.000,0.036 0.000,0.011-0.000,-0.006 0.000,0.613 0.000,0.195 0.000,0.079 0.000,0.192 0.000,0.279 0.000,0.162 0.000,0.435 0.000,0.050 0.000,-0.158 0.000,-0.284 0.000,-0.347 0.000,-0.207 0.000,-0.304 0.000,-0.396 0.000,-0.243 0.000,-0.217 0.000,-0.186 0.000,-0.154 0.000,0.042 0.000,0.048 0.000,-0.052 0.000,-0.014 0.000,-0.024 0.000,-0.413 0.000,0.548 0.000,0.088 0.000,0.076 0.000,0.006 0.000,0.071 0.000,0.025 0.000,-0.008 0.000,-0.077 0.000,-0.036 0.000,-0.041 0.000,-0.042 0.000,0.055 0.000,-0.038 0.000,-0.058 0.000,-0.069 0.000,-0.071 0.000,0.031 0.000,0.055 0.000,0.142 0.000,-0.018 0.000,-0.046 0.000,-0.045 0.000,0.010 0.000,-0.004 0.000,-0.013 0.000,0.069 0.000,0.027 0.000,-0.015 0.000,-0.043 0.000,-0.059 0.000,2.435 0.000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337.000 834.000,'0.000'0.033,"0.000"0.051,0.000 0.059,0.000 0.060,0.000 0.056,0.000 0.050,0.000 0.042,0.000 0.034,0.000 0.026,-0.012-0.019,-0.020 0.010,-0.024 0.006,-0.025 0.004,-0.024 0.002,-0.057 0.191,-0.056 0.239,-0.037 0.383,0.008 0.154,0.025 0.035,0.014-0.282,-0.011-0.043,0.004-0.075,0.014-0.093,-0.033 0.126,-0.010 0.058,0.006 0.008,0.017-0.027,0.167-0.830,-0.271 1.194,0.003-0.018,0.029-0.075,0.086-0.351,0.030-0.079,0.030-0.078,0.029-0.073,0.013 0.041,0.001 0.012,-0.007-0.010,-0.012-0.024,-0.002 0.021,0.005-0.002,0.010-0.019,0.013-0.029,-0.050 0.111,-0.021 0.007,-0.004-0.033,0.007-0.059,-0.025 0.104,-0.015-0.007,-0.019-0.021,0.026-0.135,0.014-0.061,0.020-0.067,0.023-0.066,-0.128 0.250,-0.080 0.075,-0.062 0.035,-0.045 0.008,0.104 0.110,0.025 0.171,0.035 0.070,-0.050 0.259,0.011-0.009,0.029-0.095,0.040-0.144,0.044-0.167,0.071-0.446,-0.004-0.029,-1.023 2.990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447.000 472.000,'0.015'0.000,"0.023"0.000,0.026 0.000,0.026 0.000,0.023 0.000,0.020 0.000,0.016 0.000,0.012 0.000,0.009 0.000,0.006 0.000,0.004 0.000,0.002 0.000,0.001 0.000,0.000 0.000,-0.000 0.000,-0.001 0.000,-0.001 0.000,-0.015 0.000,0.017 0.000,0.021 0.000,0.022 0.000,0.022 0.000,0.020 0.000,-0.204 0.000,0.363 0.000,0.101 0.000,0.055 0.000,0.021 0.000,0.208 0.000,0.115 0.000,0.044 0.000,-0.008 0.000,0.192 0.066,-0.008 0.039,-0.065 0.019,-0.098 0.004,0.006 0.000,-0.077-0.014,-0.092-0.017,0.007-0.021,-0.017-0.016,-0.052-0.015,-0.072-0.013,-0.080-0.011,-0.105-0.011,0.062-0.004,0.218-0.003,0.008-0.004,-0.027-0.003,-0.049-0.002,0.054-0.002,-0.084-0.000,-0.081 0.000,-0.073 0.000,-0.088 0.001,-0.077 0.001,-0.064 0.001,-0.050 0.001,-0.038 0.001,0.068 0.001,0.070 0.000,0.042 0.000,0.020 0.000,0.074 0.000,-0.028 0.000,-0.041 0.000,-0.046 0.000,-0.046 0.000,-0.041-0.000,1.427 0.000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516.000 475.000,'0.016'0.000,"0.025"0.000,0.027 0.000,0.027 0.000,0.024 0.000,0.020 0.000,0.016 0.000,0.012 0.000,0.009 0.000,0.006 0.000,0.004 0.000,0.002 0.000,0.001 0.000,-0.000 0.000,-0.001 0.000,-0.001 0.000,-0.001 0.000,-0.001 0.000,-0.001 0.000,-0.001 0.000,-0.000 0.000,-0.000 0.000,0.154 0.000,0.268 0.000,0.311 0.000,0.316 0.000,0.474 0.000,0.332 0.000,0.133 0.000,-0.010 0.000,0.195 0.000,-0.153 0.000,-0.211 0.000,-0.076 0.000,-0.261 0.000,-0.272 0.000,-1.131 0.000,0.853 0.000,-0.157 0.000,-0.146 0.000,2.050 0.000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221.000 707.000,'2.000'0.000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229.000 798.000,'1.000'2.000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231.000 943.000,'2.000'0.000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557.000 948.000,'0.086'0.009,"0.131"0.013,0.147 0.015,0.145 0.014,0.131 0.013,0.111 0.011,0.089 0.009,0.068 0.007,0.050 0.005,0.034 0.003,0.141-0.001,0.324 0.009,0.370 0.010,0.372 0.010,0.346 0.009,0.304 0.008,3.356-0.049,2.285-0.059,1.232-0.072,0.447-0.076,2.628-0.084,-0.446-0.023,-1.142 0.004,-1.475 0.020,-1.557 0.029,-1.477 0.031,-5.459 0.108,5.822-0.073,-0.184 0.027,-0.550 0.022,-0.730 0.018,-0.779 0.013,-0.744 0.010,2.566-0.225,1.453-0.138,0.470-0.072,-0.193-0.024,-0.603 0.009,-0.822 0.029,-0.901 0.039,-4.785 0.299,6.567-0.676,0.353-0.130,-0.293-0.012,-0.677 0.063,-0.866 0.106,-0.917 0.124,-0.878 0.126,-0.618 0.180,0.189 0.065,0.035 0.058,1.105 0.044,-0.177 0.074,-0.419 0.063,-0.547 0.051,-0.592 0.040,-0.581 0.030,-0.533 0.021,-1.906-0.106,2.742 0.270,0.278 0.070,-0.021 0.017,-0.210-0.017,-0.316-0.038,-0.360-0.049,-2.107-0.229,1.924 0.224,-0.095-0.006,-0.152-0.022,-0.179-0.031,-1.578-0.172,2.070 0.229,0.036-0.002,-0.112-0.023,-0.195-0.034,-0.233-0.039,-0.238-0.038,1.077 0.051,0.460 0.013,0.077-0.009,-0.166-0.022,-0.301-0.028,-0.359-0.029,-2.042-0.089,2.836 0.239,0.270 0.072,-0.045 0.030,-0.239 0.001,-0.343-0.017,-0.382-0.027,-0.377-0.031,-1.798-0.239,0.016 0.001,1.530 0.173,0.349 0.033,1.099 0.108,0.095-0.006,-0.093-0.027,-0.214-0.039,-0.281-0.045,-2.299-0.202,2.728 0.164,-0.151-0.053,-0.295-0.046,-0.362-0.038,-0.375-0.030,-0.354-0.023,-0.278-0.016,-0.024-0.008,-0.071-0.006,-0.100-0.004,-1.033 0.006,1.471-0.012,-0.071-0.001,-0.174 0.001,-0.222 0.002,-0.233 0.002,-0.221 0.002,-0.696 0.010,0.887 0.100,0.105 0.077,0.031 0.061,-0.088 0.013,-0.102-0.005,-0.126-0.020,-0.133-0.029,-0.128-0.033,-0.116-0.033,-0.100-0.031,-0.305-0.083,0.597 0.051,0.118-0.022,0.030-0.018,-0.029-0.014,-0.065-0.010,-0.084-0.007,-0.091-0.005,0.010-0.003,-0.022-0.001,-0.031-0.000,-0.085 0.001,-0.034 0.001,-0.032 0.001,-0.029 0.001,0.008-0.018,-0.065-0.027,-0.064-0.031,-0.058-0.031,-0.050-0.028,-0.041-0.024,-0.031-0.020,-0.023-0.015,-0.016-0.011,-0.083-0.914,-0.066-0.633,-0.051-0.382,-0.038-0.190,-0.157-0.141,-0.097-0.122,-0.042-0.014,-0.001 0.063,0.400 1.941,-0.593-2.411,-0.023 0.135,0.027 0.268,0.058 0.336,0.073 0.357,0.078 0.345,0.076 0.314,0.340 0.994,-0.536-1.260,-0.078-0.067,-0.002 0.054,0.047 0.130,0.076 0.170,0.090 0.185,-0.065-0.430,0.010-0.153,0.047 0.012,0.067 0.117,0.075 0.175,0.074 0.200,0.069 0.201,-0.114 0.013,-0.047 0.108,-0.008 0.132,0.017 0.137,0.031 0.129,0.038 0.114,0.039 0.095,0.036 0.076,0.032 0.057,-0.271-0.743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238.000 1119.000,'-0.007'0.118,"-0.012"0.185,-0.013 0.214,-0.014 0.217,-0.013 0.203,-0.011 0.179,-0.009 0.150,-0.008 0.121,-0.006 0.093,-0.004 0.069,-0.001 0.359,0.011 0.082,0.014-0.032,0.022-0.287,0.010-0.057,0.009-0.105,0.008-0.131,0.007-0.156,0.006-0.163,0.004-0.158,0.003-0.146,0.002-0.128,0.002-0.109,0.001-0.089,0.001-0.071,0.001 0.003,-0.000-0.000,-0.000 0.023,0.111 0.222,0.079 0.080,0.053 0.010,0.032-0.033,-0.054-0.083,-0.016 0.020,-0.008 0.068,-0.003 0.036,0.001 0.013,0.004-0.004,0.011 0.195,-0.023 0.032,-0.029-0.024,-0.046-0.183,-0.021-0.057,-0.020-0.062,-0.018-0.062,-0.015-0.059,-0.013-0.054,-0.010-0.047,-0.008-0.040,0.930 0.782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1382.000 1131.000,'0.000'0.032,"0.000"0.051,0.000 0.061,0.000 0.063,0.000 0.061,0.000 0.055,0.000 0.076,0.000 0.056,0.000 0.048,0.000 0.040,0.000 0.032,0.000 0.024,0.000 0.017,0.000 0.012,0.000-0.438,0.000 1.629,0.000 0.621,0.000 0.314,0.000 0.085,-0.003 0.760,-0.004-0.358,-0.004-0.504,-0.004-0.547,-0.004-0.525,-0.003-0.465,-0.003-0.388,-0.002-0.307,-0.001-0.230,-0.001-0.164,-0.001-0.109,-0.000-0.066,-0.000-0.034,0.000-0.012,0.000 0.002,0.000 0.011,0.000 0.015,0.000 0.016,0.000 0.016,0.000 0.014,0.000 0.012,0.000 0.009,0.000 0.007,0.000 0.005,0.000 0.003,0.000 0.002,0.000 0.001,0.000 0.000,0.000-0.000,0.000-0.000,0.000-0.000,0.000-0.000,0.000-0.000,0.000-0.000,0.000-0.000,-0.025-0.000,-0.043-0.000,-0.050-0.000,-0.051-0.000,-0.047 0.000,-1.117-0.001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121.000 328.000,'0.000'0.041,"0.000"0.065,0.000 0.076,0.000 0.078,0.000 0.074,-0.442 2.384,-0.250 1.523,-0.109 0.869,-0.011 0.386,0.053 0.049,0.599-4.308,-0.800 7.526,-0.087 1.477,-0.013 0.489,0.036-0.191,0.066-0.623,-0.107 1.155,-0.001 0.249,0.043-0.708,-0.093 0.428,-0.072 0.016,-0.053-0.271,-0.547 2.738,-0.152 0.104,-0.028-0.372,1.570-10.603,-1.843 11.833,0.057-0.381,0.162-0.802,0.422-1.169,0.093 0.631,0.145-0.028,0.173-0.484,0.913-9.357,-0.868 10.409,0.133-0.332,0.150-0.729,0.153-0.955,0.101 0.902,0.160-0.730,0.135-0.918,0.120-1.145,0.071-0.443,0.055-0.654,0.041-0.758,0.181 0.705,0.106-0.447,0.048-0.615,0.058-0.029,0.024-0.025,-0.010-0.258,-0.032-0.394,-0.279-5.110,0.201 4.717,-0.042-0.082,-0.041-0.241,-0.148-4.423,0.121 6.314,-0.048 0.253,-0.039 0.003,-0.031-0.153,-0.023 0.866,-0.017-0.067,-0.008-1.526,-0.005-0.310,-0.003-0.521,-0.001-0.632,0.001-0.561,0.001-0.334,0.001-0.374,0.001-0.382,0.000 0.870,0.002 0.008,0.002-0.102,0.003-2.750,-0.001 2.991,0.001 0.432,0.001 0.147,0.001-0.058,0.000 0.307,0.000-0.349,0.000-0.408,0.000 2.902,0.000 1.132,0.000 0.387,0.030-1.239,0.048-0.181,0.058-0.451,0.061-0.606,0.119-0.049,0.091-0.325,0.067-0.493,0.047-0.576,0.209 0.542,0.036-0.689,-0.014-0.762,-0.614-3.755,0.535 2.931,-0.013-0.431,-0.008-0.399,-0.016-0.556,0.036-0.140,0.002-0.150,-0.021-0.149,0.017 0.219,-0.010 0.090,-0.029-0.005,-0.040-0.070,0.281 0.481,0.129 0.139,0.043-0.013,-0.019-0.115,-0.801-2.087,0.821 2.117,-0.101-0.317,-0.110-0.354,-0.009-0.155,-0.017-0.164,-0.022-0.157,-0.036-0.132,-0.004-0.044,-0.024-0.066,-0.036-0.076,-0.042-0.078,0.385 0.583,0.154 0.327,0.564 1.440,0.303 0.893,0.083 0.421,-0.060 0.093,-0.189-0.298,0.107 0.314,0.056 0.128,0.554 1.547,-0.056-0.069,-0.136-0.339,0.022-0.170,-0.135-0.470,-0.219-0.616,-0.419-1.376,-0.046-0.421,-0.078-0.433,-0.096-0.418,0.118-0.134,-0.055-0.296,-0.112-0.297,-0.144-0.279,0.297 0.061,-0.033-0.195,-0.091-0.189,-0.266-0.203,-0.020-0.032,-0.047-0.048,-0.064-0.056,0.034-0.006,-0.006-0.024,-0.033-0.036,-0.051-0.041,0.613 0.435,0.261 0.161,0.174 0.061,0.124-0.079,0.349 0.093,0.203 0.041,0.091 0.002,1.832 0.745,0.640 0.210,0.289 0.057,-4.476-1.819,3.992 1.575,0.200 0.054,-0.035-0.033,-0.196-0.091,0.819 0.225,-0.052-0.073,-0.299-0.140,-4.331-1.533,3.741 1.379,-0.272-0.065,-0.409-0.124,-0.482-0.158,-0.334-0.120,-0.374-0.141,-0.381-0.148,-0.366-0.144,0.327 0.023,-0.294-0.175,-0.292-0.142,0.320-0.138,0.168-0.124,0.060-0.105,-0.425-0.101,0.007-0.044,-0.057-0.035,-0.098-0.027,-0.055-0.020,-0.076-0.015,-0.086-0.010,-0.088-0.006,0.260-0.006,-0.041-0.000,-0.105 0.002,-0.140 0.003,0.368 0.085,0.013 0.050,-0.081 0.021,-0.141 0.067,-0.122 0.034,-0.179 0.005,0.009 0.094,0.004 0.055,-0.081 0.013,-0.133-0.016,-0.160-0.035,0.106 0.004,-0.144-0.070,-0.357-0.104,-0.097-0.037,-0.090-0.033,-0.081-0.029,0.862-0.084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235.000 859.000,'0.025'0.013,"0.039"0.019,0.043 0.022,0.042 0.021,0.038 0.019,0.031 0.016,0.025 0.013,0.019 0.009,0.014 0.007,0.009 0.005,0.006 0.003,0.003 0.002,0.001 0.001,-0.000-0.000,-0.230-0.115,0.754 0.381,0.452 0.232,0.397 0.205,0.330 0.172,0.263 0.138,0.199 0.105,0.144 0.076,0.098 0.052,0.061 0.033,0.033 0.018,3.518 0.850,2.069 0.308,1.047-0.028,1.307-0.233,0.353-0.340,-0.265-0.377,-1.987-0.578,-0.177-0.241,-0.437-0.223,-0.595-0.199,0.207-0.220,-0.908-0.185,-0.992-0.121,-0.980-0.070,-0.573-0.047,-0.832-0.004,-0.769 0.017,1.345-0.560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2173.000 897.000,'2.000'0.000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592.000 159.000,'0.005'0.016,"0.008"0.024,0.009 0.026,0.009 0.026,0.008 0.023,0.007 0.019,0.005 0.016,0.004 0.012,0.003 0.008,0.002 0.006,0.001 0.004,0.001 0.002,0.000 0.001,0.000-0.000,-0.000-0.000,-0.000-0.001,-0.000-0.001,-0.040-0.124,0.272 0.959,0.123 0.677,0.066 0.586,0.024 0.487,-0.005 0.389,-0.001 0.267,-0.032-0.073,-0.037-0.201,-0.037-0.268,0.076-0.190,0.082 0.064,0.041-0.062,0.010-0.146,-0.459-1.953,0.537 1.944,-0.002-0.192,-0.027-0.225,-0.042-0.234,0.060-0.093,0.024-0.159,0.014-0.146,0.043 0.044,-0.089-0.192,-0.109-0.208,-0.113-0.201,-0.104-0.259,0.001-0.027,0.000-0.018,0.194 0.213,0.060 0.014,0.013-0.035,-0.019-0.065,-0.039-0.080,0.065-0.005,0.019-0.070,-0.504-0.482,0.449 0.325,0.005-0.047,-0.014-0.040,-0.027-0.033,0.146 0.069,0.039 0.021,0.001 0.009,0.049 0.074,-0.041 0.013,-0.078-0.017,-0.096-0.035,-0.102-0.044,-0.098-0.047,-0.089-0.046,0.040 0.027,0.062 0.028,0.049-0.000,0.038-0.020,-0.347-0.264,0.537 0.390,0.083 0.045,0.042 0.014,0.012-0.007,0.162 0.038,0.027-0.030,-0.006-0.034,0.147-0.006,0.041-0.038,0.012-0.034,-0.948-0.347,0.830 0.230,-0.013-0.047,-0.056-0.047,-0.081-0.045,-0.699-0.134,0.869 0.088,0.076-0.036,0.041-0.030,-0.014-0.091,0.028-0.071,-0.018-0.057,-0.049-0.044,0.364-0.195,-0.024-0.082,-0.083-0.038,0.448-0.107,0.503-0.128,0.317-0.062,0.172-0.013,-2.143 0.638,3.704-0.771,0.179 0.123,-0.161 0.146,-0.473 0.194,-0.206 0.111,-0.334 0.099,-0.396 0.084,-0.454 0.071,-0.387 0.053,-0.353 0.041,-0.376 0.029,-0.281 0.020,-0.244 0.013,-0.204 0.008,-0.011 0.010,-0.034 0.000,0.036-0.003,0.104-0.008,0.156-0.004,0.108-0.004,0.069-0.004,0.344-0.004,0.310-0.003,0.227-0.002,0.157-0.002,-1.643-0.003,2.892 0.001,0.370-0.001,0.080-0.001,-0.111-0.050,-0.225-0.077,-0.282-0.089,-0.037-0.145,-0.370-0.050,-0.410 0.004,-0.758 0.093,-0.245 0.010,-0.220 0.010,-0.190 0.009,0.045-0.037,0.001-0.039,0.011-0.050,0.018-0.054,0.498-0.161,0.197-0.048,0.068-0.006,-0.027 0.003,0.130-0.060,0.039-0.029,-0.026-0.006,0.196-0.096,0.074-0.047,-0.015-0.011,-0.076 0.015,0.649-0.558,-0.062-0.162,-0.156-0.047,-0.477 0.252,-0.146 0.048,-0.186 0.085,-0.202 0.105,0.108-0.300,-0.198-0.037,-0.191-0.007,-0.114-0.099,-0.141 0.019,-0.146 0.091,-0.100 0.013,0.041-0.165,0.011-0.066,-0.011 0.007,0.065-0.232,-0.028-0.030,-0.056 0.039,-0.071 0.083,-0.093-0.235,-0.102-0.078,-0.101 0.033,-0.095 0.106,-0.092 0.034,-0.069 0.027,-0.058 0.073,-0.046-0.069,-0.040 0.076,-0.030 0.120,-0.021 0.143,-0.013 0.132,-0.008 0.082,-0.004 0.106,-0.002 0.117,0.022 0.920,-0.023-1.022,0.002 0.029,0.003 0.066,0.004 0.087,0.002-0.068,0.004 0.100,0.004 0.120,0.008 0.777,-0.003-4.349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213.000 1093.000,'0.007'0.022,"0.011"0.033,0.012 0.037,0.012 0.036,0.011 0.033,0.009 0.028,0.007 0.022,0.006 0.017,0.004 0.012,0.003 0.008,0.002 0.005,0.001 0.003,0.031 0.012,0.081 0.112,0.099 0.137,0.106 0.148,0.262 0.328,0.114 0.132,0.040 0.045,-0.012-0.015,0.120 0.242,-0.051-0.013,-0.091-0.082,-0.108-0.118,-0.109-0.130,-0.101-0.126,-0.374-0.744,0.646 1.023,0.116 0.040,0.028-0.080,0.071-0.031,-0.044-0.142,-0.093-0.174,-0.114-0.178,-0.117-0.165,-0.108-0.142,-0.389-0.275,0.469 0.246,0.032-0.020,-0.002-0.023,-0.023-0.022,-0.033-0.020,-0.037-0.017,0.215-0.027,0.101-0.032,0.022-0.032,-0.673-0.093,0.839 0.059,0.062-0.024,0.005-0.020,0.002-0.016,0.019-0.010,-0.034-0.007,-0.065-0.005,-0.081-0.003,-0.086-0.002,-0.083-0.001,0.825 0.013,0.375 0.022,0.110 0.025,-0.062 0.025,-0.162 0.023,-0.211 0.019,-1.293-0.095,1.825 0.233,0.266 0.069,0.035 0.022,-0.117-0.010,-0.208-0.030,-0.253-0.041,-0.264-0.045,0.666-0.028,0.087-0.052,-0.143-0.044,-0.268-0.036,-0.320-0.027,-0.323-0.020,0.261-0.012,0.190-0.007,0.031-0.004,-0.074-0.002,-0.137-0.001,-0.168 0.000,-0.177 0.001,-0.964 0.007,1.633-0.006,0.232 0.001,0.014 0.001,-0.125 0.001,-0.202 0.001,-0.235 0.001,-0.238 0.001,0.201 0.000,0.076 0.000,-0.034 0.000,-0.101 0.000,-0.137 0.000,-0.150 0.000,0.241 0.009,0.102 0.014,-0.015 0.016,-0.090 0.016,-0.133 0.016,-0.151 0.014,-0.152 0.012,-0.142 0.010,0.569 0.149,0.289 0.075,0.103 0.024,-0.023-0.011,-0.103-0.032,-1.351-0.250,1.743 0.280,0.073-0.007,-0.100-0.031,-0.201-0.043,-0.249-0.047,-0.259-0.046,-0.246-0.042,0.086 0.036,0.036 0.014,-0.018-0.004,0.192-0.001,-0.066-0.026,-0.144-0.028,-0.178-0.027,-0.182-0.024,-0.169-0.020,0.262-0.016,0.110-0.011,-0.004-0.008,-0.075-0.006,-0.112-0.003,-0.125-0.002,0.059-0.001,-0.001-0.000,-0.037 0.000,-0.057 0.001,-0.064 0.001,-0.063 0.001,-0.442 0.002,0.661-0.001,0.048 0.001,-0.029 0.000,-0.073 0.000,-0.093 0.000,-0.097 0.000,-0.426 0.000,0.426 0.000,0.053 0.000,0.019 0.000,-0.005 0.000,0.234 0.000,-0.008 0.000,-0.048 0.000,-0.068 0.000,-0.074 0.000,-0.071 0.000,0.075-0.136,0.066-0.080,0.010-0.037,-0.028-0.007,-0.051 0.013,0.179-0.057,0.053-0.007,-0.015 0.018,-0.057 0.033,-0.080 0.040,-0.569 0.174,0.609-0.280,-0.015-0.040,-0.053 0.001,-0.074 0.028,-0.081 0.042,-0.080 0.049,-0.074 0.049,-0.026 0.021,0.007 0.002,0.028-0.011,0.055-0.001,0.036-0.011,0.009-0.011,-0.009-0.010,0.025-0.028,-0.058 0.013,-0.065 0.019,-0.063 0.022,-0.057 0.021,-0.048 0.019,-0.038 0.016,-0.029 0.013,-0.021 0.010,-0.014 0.007,-0.004-0.016,0.008-0.034,0.012-0.041,0.014-0.042,0.014-0.039,-0.119 0.221,0.118-0.288,0.015-0.044,0.016-0.020,0.015-0.002,0.020-0.027,-0.020 0.042,-0.028 0.049,-0.031 0.050,-0.030 0.046,-0.027 0.040,-0.023 0.033,-0.019 0.026,-0.014 0.019,0.014-0.021,0.032-0.056,0.040-0.070,0.014-0.025,0.003-0.010,-0.007 0.005,-0.012 0.015,-0.015 0.020,-0.016 0.022,-0.015 0.022,-0.001 0.013,0.014-0.020,0.020-0.029,0.023-0.034,0.133-0.165,0.111-0.130,0.093-0.113,0.076-0.094,0.059-0.075,0.044-0.057,0.098-0.206,0.014-0.083,-0.027-0.018,-0.052 0.024,2.464-5.298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445.000 581.000,'0.030'0.010,"0.047"0.016,0.053 0.018,0.053 0.018,0.048 0.016,0.042 0.014,0.034 0.011,0.027 0.009,-0.266-0.085,0.468 0.295,0.086 0.110,0.029 0.060,-0.036-0.089,0.047-0.001,0.011-0.009,-0.015-0.014,-0.501-0.289,0.767 0.411,0.003-0.025,-0.053-0.054,-0.084-0.068,-0.162-0.063,0.036 0.017,0.042 0.013,0.257 0.112,-0.040-0.020,-0.074-0.033,-0.089-0.038,-0.091-0.038,-0.084-0.035,-0.478-0.220,1.901 0.446,0.822 0.131,0.381 0.056,-0.014-0.076,0.043-0.025,-0.154-0.038,-0.273-0.045,-2.230-0.396,2.274 0.362,-0.263-0.063,-0.304-0.058,-0.306-0.050,-0.283-0.042,-0.246-0.033,0.462-0.042,0.282-0.036,0.117-0.033,-1.842-0.087,2.012 0.045,0.226-0.018,0.052-0.015,-0.071-0.012,0.309-0.009,-0.172-0.009,-0.268-0.006,-0.314-0.004,0.134-0.003,-0.124-0.001,-0.204 0.000,-0.240 0.001,-0.245 0.001,-0.231 0.001,-0.205 0.001,-0.884 0.004,2.031 0.020,0.611 0.037,0.280 0.043,0.044 0.044,-0.113 0.042,-0.207 0.037,-2.297-0.177,3.355 0.266,0.409 0.028,0.038-0.007,0.105-0.029,-0.228-0.041,-0.425-0.046,-0.519-0.045,-0.541-0.042,-0.516-0.036,-0.461-0.030,-0.393-0.024,0.344-0.019,0.283-0.011,0.519-0.009,0.055-0.007,-0.099-0.004,-0.191-0.002,-0.236-0.000,-0.475 0.003,-0.068 0.001,-1.172 0.006,1.694-0.007,-0.188 0.002,-0.253 0.002,-0.269 0.002,-0.255 0.001,-0.224 0.001,-0.720 0.001,0.949-0.000,0.107 0.000,0.002 0.000,-0.116 0.000,0.015 0.000,-0.023 0.000,-0.048 0.000,0.029 0.000,-0.119 0.000,-0.126-0.000,-0.122 0.000,-0.108-0.000,-0.113-0.000,-0.098 0.000,-0.082-0.000,-0.066 0.000,-0.050 0.000,-0.037-0.000,-0.009 0.000,0.034 0.000,0.050 0.000,0.095-0.005,-0.009-0.007,-0.034-0.008,-0.046-0.008,-0.050-0.007,-0.047-0.006,-0.042-0.005,-0.035-0.004,-0.027-0.003,-0.021-0.002,-0.015-0.001,-0.010-0.001,-0.006-0.000,-0.003 0.000,-0.001 0.000,0.000 0.000,0.001 0.000,0.001 0.000,0.001 0.000,0.001 0.000,0.001 0.000,0.001 0.000,0.001 0.000,0.001 0.000,0.000 0.000,0.000 0.000,0.000 0.000,0.000 0.000,0.000-0.000,0.000 0.000,-0.000 0.000,0.000 0.000,-0.000 0.000,-0.000 0.000,0.000 0.000,-0.000 0.000,0.000-0.011,-0.000-0.021,0.000-0.024,0.000-0.024,0.000-0.022,0.000-0.019,0.000-0.016,0.000-0.012,0.000-0.009,0.000 0.025,0.000-0.040,0.000-0.049,0.000-0.055,0.000-0.022,0.000-0.010,0.000-0.001,0.000-0.099,0.000-0.033,0.000-0.012,0.000-0.152,0.000-0.021,0.000 0.016,0.000 0.108,0.000 0.044,0.000 0.046,0.000 0.045,-0.018-0.007,-0.030-0.044,-0.036-0.041,-0.050-0.146,-0.008 0.011,0.007 0.033,0.025 0.035,0.016 0.018,0.017 0.041,0.017 0.053,0.015 0.057,0.013 0.056,0.011 0.051,0.033-0.448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1838.000 602.000,'-0.034'0.103,"-0.052"0.157,-0.059 0.177,-0.058 0.174,-0.052 0.157,-0.104 0.201,-0.117 0.182,-0.117 0.164,-0.107 0.138,-0.597 0.914,-0.420 0.685,-0.199 0.330,-0.038 0.073,0.071-0.104,-0.263 0.293,-0.053-0.156,0.409-0.754,0.137-0.279,0.170-0.298,0.183-0.295,0.130-0.237,0.139-0.238,0.138-0.225,0.130-0.205,-1.165 2.915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1973.000 599.000,'0.000'0.052,"0.000"0.079,0.000 0.088,0.000 0.087,0.000 0.078,-0.037 0.113,-0.058 0.183,-0.067 0.196,-0.068 0.190,-0.331 0.523,-0.303 0.509,-0.244 0.361,-0.191 0.240,-0.849 1.785,-0.307 0.607,-0.151 0.255,-0.073 0.180,-0.063 0.160,0.117-0.213,0.228-0.443,0.284-0.563,0.332-0.691,0.212-0.444,-3.983 7.407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1655.000 663.000,'0.000'-0.018,"0.000"-0.028,0.000-0.031,0.000-0.031,0.000-0.028,0.000-0.024,0.000-0.019,0.000-0.015,0.000-0.011,0.000-0.008,0.000-0.005,0.000-0.003,0.000-0.001,0.000-0.000,0.029 0.172,0.907-0.336,0.702-0.082,0.592-0.025,0.481 0.014,0.377 0.039,0.318 0.061,0.385 0.057,0.362 0.058,0.325 0.055,2.578 0.031,0.626 0.058,-0.119 0.046,-1.372 0.036,-0.423 0.019,-0.556 0.014,-0.612 0.010,-3.601-0.003,3.658 0.012,-0.317 0.004,-0.277 0.001,1.069 0.000,0.397-0.002,0.116-0.003,-0.816-0.005,0.132-0.002,-0.013-0.002,-0.113-0.001,1.766-0.001,-0.001-0.002,-0.330-0.001,-1.204-0.001,-0.115-0.000,-0.237-0.000,-0.309-0.000,0.788-0.000,-0.001-0.000,-0.180 0.000,-0.285 0.000,0.699 0.000,0.232 0.000,0.076 0.000,0.182 0.000,0.382 0.000,0.106 0.000,-0.087 0.000,0.152 0.000,0.204 0.000,-0.014 0.000,-0.164 0.000,3.473-0.140,0.396-0.130,-0.513-0.113,-8.027 0.310,6.270-0.290,-0.649 0.009,-0.759 0.029,-0.402 0.019,-0.693 0.026,-0.711 0.023,-0.674 0.019,-0.604 0.015,0.781 0.018,0.596 0.033,0.222 0.051,0.555 0.023,0.239 0.022,0.006 0.019,-4.560 0.046,7.246-0.031,0.222 0.019,-0.275 0.014,-0.222 0.010,-0.758 0.006,-1.024 0.003,-1.347 0.001,-0.949 0.000,-0.890-0.000,-0.786-0.001,-0.687-0.001,-0.572-0.001,-0.457-0.001,-0.350-0.001,-0.255-0.001,-0.176-0.001,0.107-0.001,0.112-0.000,0.098-0.000,0.082-0.000,0.507-0.000,0.255-0.000,0.115-0.000,0.115 0.000,-0.063 0.000,-0.107 0.000,-0.262 0.000,-0.114 0.000,-0.109 0.000,-0.098 0.000,0.010 0.000,-0.055 0.000,-0.067 0.000,-0.075 0.000,-0.074 0.000,-0.069 0.000,-0.060 0.000,0.658 0.000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1641.000 592.000,'0.022'0.067,"0.034"0.101,0.038 0.113,0.037 0.110,0.003-0.011,0.012 0.006,0.008-0.013,0.004-0.024,0.002-0.030,0.000-0.032,-0.001-0.031,-0.123-0.199,0.220 0.733,0.073 0.391,0.047 0.262,0.026 0.158,0.206 1.177,0.025 0.319,-0.022 0.032,-0.048-0.146,-0.061-0.242,-0.154-1.032,0.057 0.141,0.237 1.067,0.014 0.063,-0.025-0.101,-0.051-0.210,0.071 0.450,-0.073-0.347,-0.066-0.390,-0.414-1.948,0.407 1.570,-0.047-0.304,-0.067-0.274,-0.113-0.279,-0.052-0.076,-0.049-0.086,-0.043-0.087,-0.031-0.014,-0.037-0.114,-0.028-0.105,0.063 0.024,0.029-0.042,0.007-0.052,-0.020-0.114,-0.011-0.047,-0.014-0.043,-0.015-0.038,0.012-0.010,0.023-0.019,0.031-0.012,-0.006-0.041,-0.003-0.008,-0.010-0.006,-0.014-0.005,-0.002 0.217,-0.022 0.093,-0.021 0.038,-0.011-0.019,0.012 0.054,0.018 0.017,0.021-0.010,0.041 0.211,-0.003-0.014,-0.014-0.051,0.230 1.657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1653.000 584.000,'0.050'0.011,"0.076"0.017,0.085 0.019,0.083 0.018,0.074 0.016,0.062 0.014,0.049 0.011,0.037 0.008,0.027 0.006,0.018 0.004,0.011 0.002,0.006 0.001,0.002 0.000,-0.000-0.000,-0.002-0.000,-0.002-0.000,0.190 0.024,0.336 0.047,0.383 0.054,0.382 0.053,0.713-0.068,1.009-0.008,1.403-0.004,0.685-0.025,0.307-0.028,0.027-0.029,0.338-0.028,0.003-0.025,-0.229-0.023,-0.379-0.019,0.148-0.015,-0.390-0.014,-0.502-0.011,-0.548-0.008,-3.472-0.002,4.123-0.007,-0.331-0.004,-0.436-0.002,-0.829 0.002,-0.071 0.001,-0.152 0.001,-0.200 0.001,0.437 0.000,-0.235 0.001,-0.300 0.001,-0.320 0.001,0.115 0.001,0.090 0.001,-0.249 0.001,0.066 0.000,-0.017 0.000,-0.074 0.000,1.012 0.000,0.078 0.000,-0.128 0.000,-0.247-0.000,-0.687-0.000,0.011 0.000,-0.053-0.000,0.247 0.000,-0.038-0.000,-0.121 0.000,-0.173-0.000,-1.904-0.000,2.527 0.025,-0.001 0.038,-0.108 0.044,-2.410-0.085,2.639 0.117,-0.077 0.001,-0.145-0.011,-0.282-0.033,0.039-0.014,-0.064-0.014,-0.130-0.014,1.199-0.008,0.351-0.015,0.094-0.012,-3.430-0.016,2.625 0.005,-0.083-0.004,-0.168-0.003,-0.219-0.002,-2.254 0.001,2.838-0.003,-0.123-0.001,-0.232-0.000,-0.195 0.001,-0.020 0.000,-0.116 0.000,-0.174 0.000,0.400-0.128,0.088-0.076,-0.059-0.037,0.235 0.000,0.124 0.009,-0.033 0.020,-0.137 0.026,1.069-0.078,0.113-0.004,-0.109 0.020,-0.789 0.072,-0.069 0.024,-0.181 0.025,-0.250 0.024,0.756 0.009,-0.254 0.030,-0.372 0.024,-0.005 0.019,-0.066 0.012,-0.229 0.009,-0.316 0.006,-0.349 0.003,-0.002 0.001,0.196 0.001,0.907 0.001,0.141-0.001,-0.065-0.001,0.148-0.001,-0.068-0.001,-0.195-0.001,-0.697-0.001,-0.090-0.000,-0.130-0.000,-0.151-0.000,-1.713-0.000,2.210 0.000,-0.178-0.000,-0.240-0.000,-1.878 0.000,1.482-0.000,-0.019 0.000,-0.074 0.000,-0.109 0.000,0.871 0.000,0.599 0.000,0.380 0.000,0.207 0.000,1.519 0.000,0.353 0.000,0.006 0.000,0.192 0.000,-0.219 0.000,-0.466 0.000,-0.590 0.000,-0.625 0.000,-0.830 0.000,-0.105 0.000,0.663 0.000,-0.298 0.000,-0.409 0.000,-0.451 0.000,-0.444 0.000,-0.505 0.000,-0.091 0.000,0.448 0.000,-0.076 0.000,-0.090 0.000,-0.269 0.000,-0.055 0.000,-0.093 0.000,-0.113 0.000,-0.002 0.000,0.021 0.000,-0.012 0.000,-0.034 0.000,0.448 0.000,-0.022 0.000,-0.122 0.000,-0.145 0.028,-0.147 0.043,-0.136 0.048,-0.142 0.055,0.030 0.059,-0.004 0.042,-0.027 0.028,-0.709-0.231,1.050 0.308,0.007-0.033,-0.047-0.049,-0.175-0.049,-0.122-0.019,-0.128-0.011,-0.123-0.005,-0.549-0.172,0.439 0.143,-0.001 0.010,0.005 0.015,0.041-0.006,0.030-0.012,0.013-0.019,0.000-0.022,0.032 0.030,-0.002 0.011,-0.024-0.003,-0.039-0.012,0.238 0.096,0.006 0.011,-0.047-0.016,-0.075-0.032,0.185 0.057,0.096 0.002,0.006-0.057,0.047-0.029,-0.016-0.033,-0.056-0.034,-0.078-0.032,-0.010-0.032,0.008-0.022,0.147-0.009,-0.077-0.009,-0.126-0.003,-0.148 0.001,-0.150 0.004,-0.140 0.005,-0.122 0.006,-0.101 0.005,-0.081 0.005,-0.061 0.004,-0.044 0.003,-0.030 0.003,-0.019 0.002,-0.013 0.044,-0.004 0.058,0.001 0.064,0.004 0.062,0.005 0.055,0.006 0.046,0.007 0.105,0.004 0.105,0.003 0.061,0.003 0.029,0.002 0.037,0.001 0.064,0.001 0.028,0.001 0.002,0.000-0.632,0.000 0.904,0.000 0.078,0.000 0.019,-0.001-0.945,0.001 1.151,0.000-0.042,-0.000-0.084,0.000-0.131,-0.000-0.149,-0.000-0.148,0.000 0.061,-0.000 0.017,0.000-0.012,-0.000-0.018,0.000 0.011,0.000-0.037,0.000-0.066,-0.049 0.107,-0.077 0.072,-0.089 0.071,-0.089 0.146,-0.048-0.027,-0.028-0.087,0.073-0.154,0.000 0.050,0.003 0.035,0.005 0.023,-0.011 0.032,0.008-0.069,0.009-0.092,0.009-0.102,0.219-0.637,-0.239 0.548,-0.003-0.033,0.015-0.033,0.025-0.032,-0.052 0.080,0.003-0.012,0.022-0.031,-0.012-0.059,-0.024-0.032,-0.012-0.053,-0.004-0.064,0.003-0.056,0.007-0.047,0.009-0.038,0.010-0.030,-0.047 0.050,0.008 0.024,0.007 0.038,-0.136 0.271,-0.217 0.327,-0.253 0.338,-0.257 0.321,-0.174 0.092,-0.095 0.032,0.002-0.064,0.067-0.123,0.258-0.321,0.063-0.094,0.081-0.107,-0.180 0.070,0.115-0.210,0.135-0.203,0.137-0.184,0.082-0.135,0.154-0.153,0.132-0.115,0.106-0.082,0.082-0.055,0.059-0.033,0.041-0.017,0.026-0.006,0.014 0.001,0.006 0.005,0.001 0.007,-0.003 0.008,-0.004 0.008,-0.005 0.007,-0.005 0.006,-0.012 0.005,-0.028 0.003,-0.032 0.002,-0.031 0.001,-0.029 0.001,-0.025 0.001,-0.014-0.000,-0.041 0.000,-0.025 0.000,-0.011-0.000,-0.055-0.000,-0.029-0.000,-0.010-0.000,0.004-0.000,0.014-0.000,0.020-0.000,0.023-0.000,0.024-0.000,0.023-0.000,0.021-0.000,0.019-0.000,0.016 0.000,-0.040-0.000,-0.023 0.000,-0.010 0.000,-0.001 0.000,0.006-0.013,0.010-0.022,0.012-0.027,0.013-0.029,-0.139-0.047,-0.010-0.003,0.020 0.010,0.036 0.017,0.044 0.020,0.044 0.020,-0.001 0.018,-0.029 0.016,-0.043 0.013,0.053 0.011,-0.001 0.006,0.006 0.004,0.009 0.003,-0.024 0.002,-0.024 0.001,-0.010 0.001,0.001 0.000,-0.055 0.000,-0.025-0.000,-0.029-0.000,0.042-0.001,0.009-0.000,0.017-0.000,0.022-0.000,-0.057-0.000,-0.010-0.000,0.007-0.000,0.018-0.000,-0.224-0.000,-0.058-0.000,-0.002-0.000,0.122-0.000,-0.000 0.000,0.020 0.000,0.032 0.000,-0.088 0.000,0.021 0.000,0.043 0.000,0.054 0.000,0.058 0.000,0.104 0.000,0.012 0.000,-0.061 0.000,0.039 0.000,0.042 0.000,0.042 0.000,0.038 0.000,0.033 0.000,0.027 0.000,-0.033 0.000,-0.048 0.000,-0.062 0.000,0.050 0.000,-0.011 0.000,-0.005 0.000,-0.000 0.000,-0.081 0.000,0.003 0.000,0.007 0.000,0.087 0.000,0.009 0.000,0.008 0.000,0.007 0.000,0.006 0.000,0.005 0.000,0.004 0.000,0.003 0.000,0.002 0.000,0.001 0.000,0.001 0.000,0.000 0.000,0.187 0.000,-0.306 0.000,-0.033 0.000,-0.010 0.000,0.005 0.000,-0.004 0.000,-0.009 0.000,-0.034 0.000,0.022 0.000,0.030 0.000,0.031 0.000,-0.688 0.000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1745.000 615.000,'0.017'0.086,"0.026"0.131,0.030 0.147,0.029 0.145,0.026 0.131,0.584 0.710,0.492 0.654,0.369 0.474,0.215 0.232,0.098 0.055,0.452 0.584,-0.049-0.153,-0.138-0.278,-0.526-0.790,-0.121-0.237,-0.138-0.252,-0.142-0.249,0.139 0.078,-0.221-0.265,-0.232-0.236,-0.257-0.269,-0.130-0.137,-0.104-0.111,-0.080-0.086,0.281 0.290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1907.000 620.000,'0.019'0.012,"0.029"0.019,0.033 0.022,0.033 0.022,0.030 0.020,0.026 0.017,0.021 0.014,0.016 0.011,0.012 0.008,0.009 0.006,0.006 0.004,0.003 0.002,0.002 0.001,-0.003 0.016,0.069 0.075,0.085 0.092,0.092 0.099,-0.359-0.329,0.641 0.616,0.124 0.132,0.069 0.075,0.190 0.226,0.143 0.136,0.079 0.044,0.032-0.020,0.053 0.137,0.040 0.095,-0.025 0.010,-0.069-0.050,0.499 0.400,0.013-0.123,-0.068-0.198,-0.137-0.187,-0.177-0.188,-0.216-0.199,-0.224-0.189,-0.211-0.169,0.712 0.459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1842.000 718.000,'0.067'-0.011,"0.101"-0.017,0.113-0.019,0.110-0.018,0.098-0.016,0.083-0.014,0.066-0.011,0.050-0.008,0.063 0.009,0.112-0.016,0.054-0.019,0.012-0.019,-0.719 0.121,1.005-0.273,0.114-0.102,0.073-0.084,0.115-0.163,-0.060-0.036,-0.093 0.021,-0.105 0.054,-0.104 0.069,-0.365 0.088,0.162-0.165,1.146-0.900,0.157-0.181,-0.008-0.024,-0.116 0.036,0.047-0.087,-0.083 0.018,-0.166 0.088,0.233-0.311,-0.230 0.111,-0.275 0.170,-0.404 0.354,-0.158 0.110,-0.157 0.119,-0.147 0.118,-0.069 0.036,-0.129 0.142,-0.102 0.127,-0.147 0.189,-0.069 0.072,-0.063 0.060,-0.055 0.049,0.879-0.619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1890.000 680.000,'-0.045'0.000,"-0.068"0.000,-0.075 0.000,-0.073 0.000,-0.066 0.000,-0.055 0.000,-0.044 0.000,-0.033 0.000,-0.024 0.000,-0.016 0.000,-0.010 0.000,-0.005 0.000,-0.002 0.000,0.000 0.000,0.001 0.000,0.002 0.000,0.002 0.000,0.002 0.000,0.002 0.000,0.002 0.000,0.001 0.000,0.001 0.000,0.002 0.133,-0.043 0.079,-0.026 0.038,-0.013 0.008,-0.021 0.001,0.026-0.027,0.034-0.034,0.113-0.056,0.031-0.026,0.030-0.024,0.027-0.021,-0.931-0.020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1897.000 676.000,'0.010'0.030,"0.016"0.047,0.018 0.055,0.019 0.056,0.018 0.053,0.016 0.048,0.014 0.041,0.038 0.053,0.067 0.104,0.077 0.116,0.079 0.117,0.048 0.172,-0.004 0.082,-0.029 0.035,0.079 0.208,0.050 0.137,0.018 0.057,-0.005-0.001,-0.412-1.093,0.390 1.303,-0.062-0.003,-0.070-0.076,-0.071-0.119,2.246 9.296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18T21:24:4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206.000 284.000,'0.047'0.047,"0.072"0.072,0.082 0.082,0.081 0.081,0.074 0.074,0.064 0.064,0.052 0.052,-0.127-0.127,0.300 0.300,0.128 0.128,0.101 0.101,0.076 0.077,0.136 0.136,0.063 0.063,0.009 0.009,-0.029-0.029,0.053 0.080,0.001 0.044,-0.036 0.017,-0.059-0.002,0.137 0.212,-0.075-0.040,-0.126-0.105,-0.151-0.142,-0.690-0.946,0.580 0.744,-0.062-0.089,-0.081-0.093,0.019 0.044,-0.144-0.174,-0.131-0.161,-0.111-0.139,-0.090-0.113,-0.069-0.088,-0.050-0.065,-0.034-0.045,-0.022-0.029,-0.012-0.017,-0.005-0.008,-0.001-0.002,0.002 0.002,0.004 0.004,0.004 0.005,0.004 0.005,0.004 0.005,0.003 0.004,0.003 0.003,0.002 0.003,0.001 0.002,-0.005-0.032,-0.151 0.179,-0.086 0.083,-0.052 0.048,-0.026 0.022,-0.008 0.003,0.005-0.010,-0.054 0.002,-0.077 0.043,-0.188 0.064,-0.080-0.016,-0.041-0.036,-0.012-0.048,-0.065 0.067,-0.036 0.050,0.005 0.027,0.053-0.017,0.056-0.031,0.066-0.045,0.070-0.052,-0.143 0.086,0.047-0.038,0.062-0.056,0.064-0.020,0.017-0.010,0.033-0.027,0.042-0.036,0.022 0.009,-0.022 0.024,-0.015 0.015,-0.009 0.008,-0.213 0.172,-0.013 0.047,0.027 0.014,0.095-0.109,0.010-0.043,0.029-0.052,0.040-0.054,-0.035-0.026,0.108-0.083,0.108-0.073,0.099-0.060,0.084-0.047,0.068-0.035,0.052-0.024,0.038-0.016,0.026-0.009,0.016-0.005,0.009-0.001,0.004 0.001,0.000 0.002,-0.002 0.003,-0.003 0.003,-0.003 0.002,-0.003 0.002,-0.003 0.002,-0.002 0.001,-0.002 0.001,-0.001 0.001,-0.001 0.000,-0.001 0.000,-0.019-0.096,-0.029-0.164,-0.033-0.190,-0.034-0.192,-0.099-0.287,-0.069-0.247,-0.033-0.131,-0.006-0.043,0.013 0.033,0.025 0.084,0.033 0.115,0.036 0.131,0.166 0.826,-0.121-0.729,0.034 0.077,0.031 0.075,0.027 0.069,0.016-0.110,0.027 0.068,0.020 0.053,0.013-0.017,0.008 0.026,0.004 0.049,-0.001 0.116,0.000-0.013,-0.000-0.004,-0.001 0.002,-0.001 0.006,-0.001 0.008,-0.001 0.010,-0.001 0.010,-0.001-0.066,-0.001-0.001,-0.001 0.022,-0.001 0.035,-0.004-2.532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i-FI" noProof="0"/>
              <a:t>Muokkaa tekstin perustyylejä napsauttamalla</a:t>
            </a:r>
            <a:endParaRPr lang="fi-FI" noProof="0"/>
          </a:p>
          <a:p>
            <a:pPr lvl="1"/>
            <a:r>
              <a:rPr lang="fi-FI" noProof="0"/>
              <a:t>toinen taso</a:t>
            </a:r>
            <a:endParaRPr lang="fi-FI" noProof="0"/>
          </a:p>
          <a:p>
            <a:pPr lvl="2"/>
            <a:r>
              <a:rPr lang="fi-FI" noProof="0"/>
              <a:t>kolmas taso</a:t>
            </a:r>
            <a:endParaRPr lang="fi-FI" noProof="0"/>
          </a:p>
          <a:p>
            <a:pPr lvl="3"/>
            <a:r>
              <a:rPr lang="fi-FI" noProof="0"/>
              <a:t>neljäs taso</a:t>
            </a:r>
            <a:endParaRPr lang="fi-FI" noProof="0"/>
          </a:p>
          <a:p>
            <a:pPr lvl="4"/>
            <a:r>
              <a:rPr lang="fi-FI" noProof="0"/>
              <a:t>viides taso</a:t>
            </a:r>
            <a:endParaRPr lang="fi-FI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</a:fld>
            <a:endParaRPr lang="fi-FI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5" name="PA-102211"/>
          <p:cNvCxnSpPr/>
          <p:nvPr userDrawn="1">
            <p:custDataLst>
              <p:tags r:id="rId2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/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5472" y="424368"/>
            <a:ext cx="1714988" cy="196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025" y="123478"/>
            <a:ext cx="959436" cy="2640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customXml" Target="../ink/ink4.xml"/><Relationship Id="rId7" Type="http://schemas.openxmlformats.org/officeDocument/2006/relationships/image" Target="../media/image13.png"/><Relationship Id="rId6" Type="http://schemas.openxmlformats.org/officeDocument/2006/relationships/customXml" Target="../ink/ink3.xml"/><Relationship Id="rId5" Type="http://schemas.openxmlformats.org/officeDocument/2006/relationships/image" Target="../media/image12.png"/><Relationship Id="rId4" Type="http://schemas.openxmlformats.org/officeDocument/2006/relationships/customXml" Target="../ink/ink2.xml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10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2.png"/><Relationship Id="rId24" Type="http://schemas.openxmlformats.org/officeDocument/2006/relationships/customXml" Target="../ink/ink12.xml"/><Relationship Id="rId23" Type="http://schemas.openxmlformats.org/officeDocument/2006/relationships/image" Target="../media/image21.png"/><Relationship Id="rId22" Type="http://schemas.openxmlformats.org/officeDocument/2006/relationships/customXml" Target="../ink/ink11.xml"/><Relationship Id="rId21" Type="http://schemas.openxmlformats.org/officeDocument/2006/relationships/image" Target="../media/image20.png"/><Relationship Id="rId20" Type="http://schemas.openxmlformats.org/officeDocument/2006/relationships/customXml" Target="../ink/ink10.xml"/><Relationship Id="rId2" Type="http://schemas.openxmlformats.org/officeDocument/2006/relationships/customXml" Target="../ink/ink1.xml"/><Relationship Id="rId19" Type="http://schemas.openxmlformats.org/officeDocument/2006/relationships/image" Target="../media/image19.png"/><Relationship Id="rId18" Type="http://schemas.openxmlformats.org/officeDocument/2006/relationships/customXml" Target="../ink/ink9.xml"/><Relationship Id="rId17" Type="http://schemas.openxmlformats.org/officeDocument/2006/relationships/image" Target="../media/image18.png"/><Relationship Id="rId16" Type="http://schemas.openxmlformats.org/officeDocument/2006/relationships/customXml" Target="../ink/ink8.xml"/><Relationship Id="rId15" Type="http://schemas.openxmlformats.org/officeDocument/2006/relationships/image" Target="../media/image17.png"/><Relationship Id="rId14" Type="http://schemas.openxmlformats.org/officeDocument/2006/relationships/customXml" Target="../ink/ink7.xml"/><Relationship Id="rId13" Type="http://schemas.openxmlformats.org/officeDocument/2006/relationships/image" Target="../media/image16.png"/><Relationship Id="rId12" Type="http://schemas.openxmlformats.org/officeDocument/2006/relationships/customXml" Target="../ink/ink6.xml"/><Relationship Id="rId11" Type="http://schemas.openxmlformats.org/officeDocument/2006/relationships/image" Target="../media/image15.png"/><Relationship Id="rId10" Type="http://schemas.openxmlformats.org/officeDocument/2006/relationships/customXml" Target="../ink/ink5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customXml" Target="../ink/ink16.xml"/><Relationship Id="rId7" Type="http://schemas.openxmlformats.org/officeDocument/2006/relationships/image" Target="../media/image26.png"/><Relationship Id="rId6" Type="http://schemas.openxmlformats.org/officeDocument/2006/relationships/customXml" Target="../ink/ink15.xml"/><Relationship Id="rId5" Type="http://schemas.openxmlformats.org/officeDocument/2006/relationships/image" Target="../media/image25.png"/><Relationship Id="rId4" Type="http://schemas.openxmlformats.org/officeDocument/2006/relationships/customXml" Target="../ink/ink14.xml"/><Relationship Id="rId31" Type="http://schemas.openxmlformats.org/officeDocument/2006/relationships/notesSlide" Target="../notesSlides/notesSlide11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9" Type="http://schemas.openxmlformats.org/officeDocument/2006/relationships/image" Target="../media/image37.png"/><Relationship Id="rId28" Type="http://schemas.openxmlformats.org/officeDocument/2006/relationships/customXml" Target="../ink/ink26.xml"/><Relationship Id="rId27" Type="http://schemas.openxmlformats.org/officeDocument/2006/relationships/image" Target="../media/image36.png"/><Relationship Id="rId26" Type="http://schemas.openxmlformats.org/officeDocument/2006/relationships/customXml" Target="../ink/ink25.xml"/><Relationship Id="rId25" Type="http://schemas.openxmlformats.org/officeDocument/2006/relationships/image" Target="../media/image35.png"/><Relationship Id="rId24" Type="http://schemas.openxmlformats.org/officeDocument/2006/relationships/customXml" Target="../ink/ink24.xml"/><Relationship Id="rId23" Type="http://schemas.openxmlformats.org/officeDocument/2006/relationships/image" Target="../media/image34.png"/><Relationship Id="rId22" Type="http://schemas.openxmlformats.org/officeDocument/2006/relationships/customXml" Target="../ink/ink23.xml"/><Relationship Id="rId21" Type="http://schemas.openxmlformats.org/officeDocument/2006/relationships/image" Target="../media/image33.png"/><Relationship Id="rId20" Type="http://schemas.openxmlformats.org/officeDocument/2006/relationships/customXml" Target="../ink/ink22.xml"/><Relationship Id="rId2" Type="http://schemas.openxmlformats.org/officeDocument/2006/relationships/customXml" Target="../ink/ink13.xml"/><Relationship Id="rId19" Type="http://schemas.openxmlformats.org/officeDocument/2006/relationships/image" Target="../media/image32.png"/><Relationship Id="rId18" Type="http://schemas.openxmlformats.org/officeDocument/2006/relationships/customXml" Target="../ink/ink21.xml"/><Relationship Id="rId17" Type="http://schemas.openxmlformats.org/officeDocument/2006/relationships/image" Target="../media/image31.png"/><Relationship Id="rId16" Type="http://schemas.openxmlformats.org/officeDocument/2006/relationships/customXml" Target="../ink/ink20.xml"/><Relationship Id="rId15" Type="http://schemas.openxmlformats.org/officeDocument/2006/relationships/image" Target="../media/image30.png"/><Relationship Id="rId14" Type="http://schemas.openxmlformats.org/officeDocument/2006/relationships/customXml" Target="../ink/ink19.xml"/><Relationship Id="rId13" Type="http://schemas.openxmlformats.org/officeDocument/2006/relationships/image" Target="../media/image29.png"/><Relationship Id="rId12" Type="http://schemas.openxmlformats.org/officeDocument/2006/relationships/customXml" Target="../ink/ink18.xml"/><Relationship Id="rId11" Type="http://schemas.openxmlformats.org/officeDocument/2006/relationships/image" Target="../media/image28.png"/><Relationship Id="rId10" Type="http://schemas.openxmlformats.org/officeDocument/2006/relationships/customXml" Target="../ink/ink17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.png"/><Relationship Id="rId6" Type="http://schemas.openxmlformats.org/officeDocument/2006/relationships/customXml" Target="../ink/ink29.xml"/><Relationship Id="rId5" Type="http://schemas.openxmlformats.org/officeDocument/2006/relationships/image" Target="../media/image40.png"/><Relationship Id="rId4" Type="http://schemas.openxmlformats.org/officeDocument/2006/relationships/customXml" Target="../ink/ink28.xml"/><Relationship Id="rId3" Type="http://schemas.openxmlformats.org/officeDocument/2006/relationships/image" Target="../media/image39.png"/><Relationship Id="rId2" Type="http://schemas.openxmlformats.org/officeDocument/2006/relationships/customXml" Target="../ink/ink27.xml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customXml" Target="../ink/ink33.xml"/><Relationship Id="rId7" Type="http://schemas.openxmlformats.org/officeDocument/2006/relationships/image" Target="../media/image44.png"/><Relationship Id="rId6" Type="http://schemas.openxmlformats.org/officeDocument/2006/relationships/customXml" Target="../ink/ink32.xml"/><Relationship Id="rId5" Type="http://schemas.openxmlformats.org/officeDocument/2006/relationships/image" Target="../media/image43.png"/><Relationship Id="rId4" Type="http://schemas.openxmlformats.org/officeDocument/2006/relationships/customXml" Target="../ink/ink31.xml"/><Relationship Id="rId37" Type="http://schemas.openxmlformats.org/officeDocument/2006/relationships/notesSlide" Target="../notesSlides/notesSlide13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58.png"/><Relationship Id="rId34" Type="http://schemas.openxmlformats.org/officeDocument/2006/relationships/customXml" Target="../ink/ink46.xml"/><Relationship Id="rId33" Type="http://schemas.openxmlformats.org/officeDocument/2006/relationships/image" Target="../media/image57.png"/><Relationship Id="rId32" Type="http://schemas.openxmlformats.org/officeDocument/2006/relationships/customXml" Target="../ink/ink45.xml"/><Relationship Id="rId31" Type="http://schemas.openxmlformats.org/officeDocument/2006/relationships/image" Target="../media/image56.png"/><Relationship Id="rId30" Type="http://schemas.openxmlformats.org/officeDocument/2006/relationships/customXml" Target="../ink/ink44.xml"/><Relationship Id="rId3" Type="http://schemas.openxmlformats.org/officeDocument/2006/relationships/image" Target="../media/image42.png"/><Relationship Id="rId29" Type="http://schemas.openxmlformats.org/officeDocument/2006/relationships/image" Target="../media/image55.png"/><Relationship Id="rId28" Type="http://schemas.openxmlformats.org/officeDocument/2006/relationships/customXml" Target="../ink/ink43.xml"/><Relationship Id="rId27" Type="http://schemas.openxmlformats.org/officeDocument/2006/relationships/image" Target="../media/image54.png"/><Relationship Id="rId26" Type="http://schemas.openxmlformats.org/officeDocument/2006/relationships/customXml" Target="../ink/ink42.xml"/><Relationship Id="rId25" Type="http://schemas.openxmlformats.org/officeDocument/2006/relationships/image" Target="../media/image53.png"/><Relationship Id="rId24" Type="http://schemas.openxmlformats.org/officeDocument/2006/relationships/customXml" Target="../ink/ink41.xml"/><Relationship Id="rId23" Type="http://schemas.openxmlformats.org/officeDocument/2006/relationships/image" Target="../media/image52.png"/><Relationship Id="rId22" Type="http://schemas.openxmlformats.org/officeDocument/2006/relationships/customXml" Target="../ink/ink40.xml"/><Relationship Id="rId21" Type="http://schemas.openxmlformats.org/officeDocument/2006/relationships/image" Target="../media/image51.png"/><Relationship Id="rId20" Type="http://schemas.openxmlformats.org/officeDocument/2006/relationships/customXml" Target="../ink/ink39.xml"/><Relationship Id="rId2" Type="http://schemas.openxmlformats.org/officeDocument/2006/relationships/customXml" Target="../ink/ink30.xml"/><Relationship Id="rId19" Type="http://schemas.openxmlformats.org/officeDocument/2006/relationships/image" Target="../media/image50.png"/><Relationship Id="rId18" Type="http://schemas.openxmlformats.org/officeDocument/2006/relationships/customXml" Target="../ink/ink38.xml"/><Relationship Id="rId17" Type="http://schemas.openxmlformats.org/officeDocument/2006/relationships/image" Target="../media/image49.png"/><Relationship Id="rId16" Type="http://schemas.openxmlformats.org/officeDocument/2006/relationships/customXml" Target="../ink/ink37.xml"/><Relationship Id="rId15" Type="http://schemas.openxmlformats.org/officeDocument/2006/relationships/image" Target="../media/image48.png"/><Relationship Id="rId14" Type="http://schemas.openxmlformats.org/officeDocument/2006/relationships/customXml" Target="../ink/ink36.xml"/><Relationship Id="rId13" Type="http://schemas.openxmlformats.org/officeDocument/2006/relationships/image" Target="../media/image47.png"/><Relationship Id="rId12" Type="http://schemas.openxmlformats.org/officeDocument/2006/relationships/customXml" Target="../ink/ink35.xml"/><Relationship Id="rId11" Type="http://schemas.openxmlformats.org/officeDocument/2006/relationships/image" Target="../media/image46.png"/><Relationship Id="rId10" Type="http://schemas.openxmlformats.org/officeDocument/2006/relationships/customXml" Target="../ink/ink34.xml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customXml" Target="../ink/ink50.xml"/><Relationship Id="rId7" Type="http://schemas.openxmlformats.org/officeDocument/2006/relationships/image" Target="../media/image61.png"/><Relationship Id="rId6" Type="http://schemas.openxmlformats.org/officeDocument/2006/relationships/customXml" Target="../ink/ink49.xml"/><Relationship Id="rId5" Type="http://schemas.openxmlformats.org/officeDocument/2006/relationships/image" Target="../media/image60.png"/><Relationship Id="rId45" Type="http://schemas.openxmlformats.org/officeDocument/2006/relationships/notesSlide" Target="../notesSlides/notesSlide14.xml"/><Relationship Id="rId44" Type="http://schemas.openxmlformats.org/officeDocument/2006/relationships/slideLayout" Target="../slideLayouts/slideLayout1.xml"/><Relationship Id="rId43" Type="http://schemas.openxmlformats.org/officeDocument/2006/relationships/image" Target="../media/image79.png"/><Relationship Id="rId42" Type="http://schemas.openxmlformats.org/officeDocument/2006/relationships/customXml" Target="../ink/ink67.xml"/><Relationship Id="rId41" Type="http://schemas.openxmlformats.org/officeDocument/2006/relationships/image" Target="../media/image78.png"/><Relationship Id="rId40" Type="http://schemas.openxmlformats.org/officeDocument/2006/relationships/customXml" Target="../ink/ink66.xml"/><Relationship Id="rId4" Type="http://schemas.openxmlformats.org/officeDocument/2006/relationships/customXml" Target="../ink/ink48.xml"/><Relationship Id="rId39" Type="http://schemas.openxmlformats.org/officeDocument/2006/relationships/image" Target="../media/image77.png"/><Relationship Id="rId38" Type="http://schemas.openxmlformats.org/officeDocument/2006/relationships/customXml" Target="../ink/ink65.xml"/><Relationship Id="rId37" Type="http://schemas.openxmlformats.org/officeDocument/2006/relationships/image" Target="../media/image76.png"/><Relationship Id="rId36" Type="http://schemas.openxmlformats.org/officeDocument/2006/relationships/customXml" Target="../ink/ink64.xml"/><Relationship Id="rId35" Type="http://schemas.openxmlformats.org/officeDocument/2006/relationships/image" Target="../media/image75.png"/><Relationship Id="rId34" Type="http://schemas.openxmlformats.org/officeDocument/2006/relationships/customXml" Target="../ink/ink63.xml"/><Relationship Id="rId33" Type="http://schemas.openxmlformats.org/officeDocument/2006/relationships/image" Target="../media/image74.png"/><Relationship Id="rId32" Type="http://schemas.openxmlformats.org/officeDocument/2006/relationships/customXml" Target="../ink/ink62.xml"/><Relationship Id="rId31" Type="http://schemas.openxmlformats.org/officeDocument/2006/relationships/image" Target="../media/image73.png"/><Relationship Id="rId30" Type="http://schemas.openxmlformats.org/officeDocument/2006/relationships/customXml" Target="../ink/ink61.xml"/><Relationship Id="rId3" Type="http://schemas.openxmlformats.org/officeDocument/2006/relationships/image" Target="../media/image59.png"/><Relationship Id="rId29" Type="http://schemas.openxmlformats.org/officeDocument/2006/relationships/image" Target="../media/image72.png"/><Relationship Id="rId28" Type="http://schemas.openxmlformats.org/officeDocument/2006/relationships/customXml" Target="../ink/ink60.xml"/><Relationship Id="rId27" Type="http://schemas.openxmlformats.org/officeDocument/2006/relationships/image" Target="../media/image71.png"/><Relationship Id="rId26" Type="http://schemas.openxmlformats.org/officeDocument/2006/relationships/customXml" Target="../ink/ink59.xml"/><Relationship Id="rId25" Type="http://schemas.openxmlformats.org/officeDocument/2006/relationships/image" Target="../media/image70.png"/><Relationship Id="rId24" Type="http://schemas.openxmlformats.org/officeDocument/2006/relationships/customXml" Target="../ink/ink58.xml"/><Relationship Id="rId23" Type="http://schemas.openxmlformats.org/officeDocument/2006/relationships/image" Target="../media/image69.png"/><Relationship Id="rId22" Type="http://schemas.openxmlformats.org/officeDocument/2006/relationships/customXml" Target="../ink/ink57.xml"/><Relationship Id="rId21" Type="http://schemas.openxmlformats.org/officeDocument/2006/relationships/image" Target="../media/image68.png"/><Relationship Id="rId20" Type="http://schemas.openxmlformats.org/officeDocument/2006/relationships/customXml" Target="../ink/ink56.xml"/><Relationship Id="rId2" Type="http://schemas.openxmlformats.org/officeDocument/2006/relationships/customXml" Target="../ink/ink47.xml"/><Relationship Id="rId19" Type="http://schemas.openxmlformats.org/officeDocument/2006/relationships/image" Target="../media/image67.png"/><Relationship Id="rId18" Type="http://schemas.openxmlformats.org/officeDocument/2006/relationships/customXml" Target="../ink/ink55.xml"/><Relationship Id="rId17" Type="http://schemas.openxmlformats.org/officeDocument/2006/relationships/image" Target="../media/image66.png"/><Relationship Id="rId16" Type="http://schemas.openxmlformats.org/officeDocument/2006/relationships/customXml" Target="../ink/ink54.xml"/><Relationship Id="rId15" Type="http://schemas.openxmlformats.org/officeDocument/2006/relationships/image" Target="../media/image65.png"/><Relationship Id="rId14" Type="http://schemas.openxmlformats.org/officeDocument/2006/relationships/customXml" Target="../ink/ink53.xml"/><Relationship Id="rId13" Type="http://schemas.openxmlformats.org/officeDocument/2006/relationships/image" Target="../media/image64.png"/><Relationship Id="rId12" Type="http://schemas.openxmlformats.org/officeDocument/2006/relationships/customXml" Target="../ink/ink52.xml"/><Relationship Id="rId11" Type="http://schemas.openxmlformats.org/officeDocument/2006/relationships/image" Target="../media/image63.png"/><Relationship Id="rId10" Type="http://schemas.openxmlformats.org/officeDocument/2006/relationships/customXml" Target="../ink/ink51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customXml" Target="../ink/ink71.xml"/><Relationship Id="rId8" Type="http://schemas.openxmlformats.org/officeDocument/2006/relationships/image" Target="../media/image83.png"/><Relationship Id="rId7" Type="http://schemas.openxmlformats.org/officeDocument/2006/relationships/customXml" Target="../ink/ink70.xml"/><Relationship Id="rId6" Type="http://schemas.openxmlformats.org/officeDocument/2006/relationships/image" Target="../media/image82.png"/><Relationship Id="rId5" Type="http://schemas.openxmlformats.org/officeDocument/2006/relationships/customXml" Target="../ink/ink69.xml"/><Relationship Id="rId4" Type="http://schemas.openxmlformats.org/officeDocument/2006/relationships/image" Target="../media/image81.png"/><Relationship Id="rId3" Type="http://schemas.openxmlformats.org/officeDocument/2006/relationships/customXml" Target="../ink/ink68.xml"/><Relationship Id="rId2" Type="http://schemas.openxmlformats.org/officeDocument/2006/relationships/tags" Target="../tags/tag3.xml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4.png"/><Relationship Id="rId1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customXml" Target="../ink/ink74.xml"/><Relationship Id="rId7" Type="http://schemas.openxmlformats.org/officeDocument/2006/relationships/image" Target="../media/image89.png"/><Relationship Id="rId6" Type="http://schemas.openxmlformats.org/officeDocument/2006/relationships/customXml" Target="../ink/ink73.xml"/><Relationship Id="rId5" Type="http://schemas.openxmlformats.org/officeDocument/2006/relationships/image" Target="../media/image88.png"/><Relationship Id="rId4" Type="http://schemas.openxmlformats.org/officeDocument/2006/relationships/customXml" Target="../ink/ink72.xml"/><Relationship Id="rId3" Type="http://schemas.openxmlformats.org/officeDocument/2006/relationships/image" Target="../media/image87.png"/><Relationship Id="rId25" Type="http://schemas.openxmlformats.org/officeDocument/2006/relationships/notesSlide" Target="../notesSlides/notesSlide16.xml"/><Relationship Id="rId24" Type="http://schemas.openxmlformats.org/officeDocument/2006/relationships/slideLayout" Target="../slideLayouts/slideLayout1.xml"/><Relationship Id="rId23" Type="http://schemas.openxmlformats.org/officeDocument/2006/relationships/customXml" Target="../ink/ink82.xml"/><Relationship Id="rId22" Type="http://schemas.openxmlformats.org/officeDocument/2006/relationships/image" Target="../media/image96.png"/><Relationship Id="rId21" Type="http://schemas.openxmlformats.org/officeDocument/2006/relationships/customXml" Target="../ink/ink81.xml"/><Relationship Id="rId20" Type="http://schemas.openxmlformats.org/officeDocument/2006/relationships/image" Target="../media/image95.png"/><Relationship Id="rId2" Type="http://schemas.openxmlformats.org/officeDocument/2006/relationships/image" Target="../media/image86.png"/><Relationship Id="rId19" Type="http://schemas.openxmlformats.org/officeDocument/2006/relationships/customXml" Target="../ink/ink80.xml"/><Relationship Id="rId18" Type="http://schemas.openxmlformats.org/officeDocument/2006/relationships/image" Target="../media/image94.png"/><Relationship Id="rId17" Type="http://schemas.openxmlformats.org/officeDocument/2006/relationships/customXml" Target="../ink/ink79.xml"/><Relationship Id="rId16" Type="http://schemas.openxmlformats.org/officeDocument/2006/relationships/image" Target="../media/image93.png"/><Relationship Id="rId15" Type="http://schemas.openxmlformats.org/officeDocument/2006/relationships/customXml" Target="../ink/ink78.xml"/><Relationship Id="rId14" Type="http://schemas.openxmlformats.org/officeDocument/2006/relationships/image" Target="../media/image92.png"/><Relationship Id="rId13" Type="http://schemas.openxmlformats.org/officeDocument/2006/relationships/customXml" Target="../ink/ink77.xml"/><Relationship Id="rId12" Type="http://schemas.openxmlformats.org/officeDocument/2006/relationships/customXml" Target="../ink/ink76.xml"/><Relationship Id="rId11" Type="http://schemas.openxmlformats.org/officeDocument/2006/relationships/image" Target="../media/image91.png"/><Relationship Id="rId10" Type="http://schemas.openxmlformats.org/officeDocument/2006/relationships/customXml" Target="../ink/ink75.xml"/><Relationship Id="rId1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customXml" Target="../ink/ink87.xml"/><Relationship Id="rId8" Type="http://schemas.openxmlformats.org/officeDocument/2006/relationships/image" Target="../media/image100.png"/><Relationship Id="rId7" Type="http://schemas.openxmlformats.org/officeDocument/2006/relationships/customXml" Target="../ink/ink86.xml"/><Relationship Id="rId6" Type="http://schemas.openxmlformats.org/officeDocument/2006/relationships/image" Target="../media/image99.png"/><Relationship Id="rId5" Type="http://schemas.openxmlformats.org/officeDocument/2006/relationships/customXml" Target="../ink/ink85.xml"/><Relationship Id="rId4" Type="http://schemas.openxmlformats.org/officeDocument/2006/relationships/image" Target="../media/image98.png"/><Relationship Id="rId3" Type="http://schemas.openxmlformats.org/officeDocument/2006/relationships/customXml" Target="../ink/ink84.xml"/><Relationship Id="rId28" Type="http://schemas.openxmlformats.org/officeDocument/2006/relationships/notesSlide" Target="../notesSlides/notesSlide17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109.png"/><Relationship Id="rId25" Type="http://schemas.openxmlformats.org/officeDocument/2006/relationships/customXml" Target="../ink/ink95.xml"/><Relationship Id="rId24" Type="http://schemas.openxmlformats.org/officeDocument/2006/relationships/image" Target="../media/image108.png"/><Relationship Id="rId23" Type="http://schemas.openxmlformats.org/officeDocument/2006/relationships/customXml" Target="../ink/ink94.xml"/><Relationship Id="rId22" Type="http://schemas.openxmlformats.org/officeDocument/2006/relationships/image" Target="../media/image107.png"/><Relationship Id="rId21" Type="http://schemas.openxmlformats.org/officeDocument/2006/relationships/customXml" Target="../ink/ink93.xml"/><Relationship Id="rId20" Type="http://schemas.openxmlformats.org/officeDocument/2006/relationships/image" Target="../media/image106.png"/><Relationship Id="rId2" Type="http://schemas.openxmlformats.org/officeDocument/2006/relationships/image" Target="../media/image97.png"/><Relationship Id="rId19" Type="http://schemas.openxmlformats.org/officeDocument/2006/relationships/customXml" Target="../ink/ink92.xml"/><Relationship Id="rId18" Type="http://schemas.openxmlformats.org/officeDocument/2006/relationships/image" Target="../media/image105.png"/><Relationship Id="rId17" Type="http://schemas.openxmlformats.org/officeDocument/2006/relationships/customXml" Target="../ink/ink91.xml"/><Relationship Id="rId16" Type="http://schemas.openxmlformats.org/officeDocument/2006/relationships/image" Target="../media/image104.png"/><Relationship Id="rId15" Type="http://schemas.openxmlformats.org/officeDocument/2006/relationships/customXml" Target="../ink/ink90.xml"/><Relationship Id="rId14" Type="http://schemas.openxmlformats.org/officeDocument/2006/relationships/image" Target="../media/image103.png"/><Relationship Id="rId13" Type="http://schemas.openxmlformats.org/officeDocument/2006/relationships/customXml" Target="../ink/ink89.xml"/><Relationship Id="rId12" Type="http://schemas.openxmlformats.org/officeDocument/2006/relationships/image" Target="../media/image102.png"/><Relationship Id="rId11" Type="http://schemas.openxmlformats.org/officeDocument/2006/relationships/customXml" Target="../ink/ink88.xml"/><Relationship Id="rId10" Type="http://schemas.openxmlformats.org/officeDocument/2006/relationships/image" Target="../media/image101.png"/><Relationship Id="rId1" Type="http://schemas.openxmlformats.org/officeDocument/2006/relationships/customXml" Target="../ink/ink8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1.png"/><Relationship Id="rId2" Type="http://schemas.openxmlformats.org/officeDocument/2006/relationships/customXml" Target="../ink/ink96.xml"/><Relationship Id="rId1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52128" y="2221826"/>
            <a:ext cx="698477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LLM-based Agent </a:t>
            </a:r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综述</a:t>
            </a:r>
            <a:endParaRPr lang="zh-CN" altLang="en-US" sz="28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52128" y="2859782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副标题 3074"/>
          <p:cNvSpPr txBox="1">
            <a:spLocks noChangeArrowheads="1"/>
          </p:cNvSpPr>
          <p:nvPr/>
        </p:nvSpPr>
        <p:spPr bwMode="auto">
          <a:xfrm>
            <a:off x="1679127" y="2974519"/>
            <a:ext cx="5714999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None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陈凌锐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None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None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 2026 3.18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627" y="78916"/>
            <a:ext cx="4570860" cy="5232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179705" y="3651885"/>
            <a:ext cx="9050655" cy="125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相关文献</a:t>
            </a:r>
            <a:endParaRPr lang="zh-CN" altLang="en-US" sz="16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Lilian Weng Blog: "LLM Powered Autonomous Agents" (2023)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Wang et al., "A Survey on Large Language Model based Autonomous Agents" (2024)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Xi et al., "The Rise and Potential of Large Language Model Based Agents: A Survey" (2023)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r>
              <a:rPr lang="en-US" altLang="zh-CN" dirty="0"/>
              <a:t>&amp;</a:t>
            </a:r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7360" y="3039745"/>
            <a:ext cx="876173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相对于传统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agent：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以前的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Agent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（如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BDI Agent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RL Agent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）需要针对特定任务从头设计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，LLM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提供了前所未有的通用性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语言接口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406525"/>
            <a:ext cx="7153910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相对于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LLM：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788160"/>
            <a:ext cx="3341370" cy="1133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5605" y="771525"/>
            <a:ext cx="766254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E2B29"/>
                </a:solidFill>
                <a:latin typeface="Inter"/>
                <a:ea typeface="Inter"/>
              </a:rPr>
              <a:t>LLM-based Agent </a:t>
            </a:r>
            <a:r>
              <a:rPr lang="zh-CN" altLang="en-US" sz="1600" b="0" i="0">
                <a:solidFill>
                  <a:srgbClr val="2E2B29"/>
                </a:solidFill>
                <a:latin typeface="Inter"/>
                <a:ea typeface="Inter"/>
              </a:rPr>
              <a:t>的新定义：以大语言模型为认知核心，集成感知、规划、记忆、行动等模块，能在复杂环境中自主完成任务的系统</a:t>
            </a:r>
            <a:endParaRPr lang="zh-CN" altLang="en-US" sz="1600" b="0" i="0">
              <a:solidFill>
                <a:srgbClr val="2E2B29"/>
              </a:solidFill>
              <a:latin typeface="Inter"/>
              <a:ea typeface="Inter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0" y="1350645"/>
            <a:ext cx="4876165" cy="16751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187450" y="2067560"/>
            <a:ext cx="7279640" cy="2884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83895" y="771525"/>
            <a:ext cx="6671310" cy="1301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planning    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memory</a:t>
            </a:r>
            <a:endParaRPr lang="en-US" altLang="zh-CN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toolcalling    action</a:t>
            </a:r>
            <a:endParaRPr lang="en-US" altLang="zh-CN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muti-agent  workflow</a:t>
            </a:r>
            <a:endParaRPr lang="en-US" altLang="zh-CN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planning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981710"/>
            <a:ext cx="8196580" cy="2933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  <a:latin typeface="Inter"/>
                <a:ea typeface="Inter"/>
                <a:sym typeface="+mn-ea"/>
              </a:rPr>
              <a:t>planning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存在的作用是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：</a:t>
            </a:r>
            <a:endParaRPr lang="en-US" altLang="zh-CN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把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LLM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无法一次性完成或一次性完成效果差的复杂任务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，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按照一定逻辑规则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。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拆分成更小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、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更简单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、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更易于管理的子目标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，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并设计不同的流程来确保目标的达成度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。</a:t>
            </a:r>
            <a:endParaRPr lang="zh-CN" altLang="en-US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zh-CN" altLang="en-US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常用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拆分执行逻辑</a:t>
            </a:r>
            <a:endParaRPr lang="zh-CN" altLang="en-US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without feekback 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一次性生成计划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/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推理链</a:t>
            </a: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，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不依赖环境反馈</a:t>
            </a:r>
            <a:endParaRPr lang="en-US" altLang="zh-CN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742950" lvl="1" indent="-285750" eaLnBrk="1" latinLnBrk="0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with feedback      </a:t>
            </a:r>
            <a:r>
              <a:rPr lang="zh-CN" altLang="en-US" sz="16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根据执行结果、环境反馈、自我反思来动态调整</a:t>
            </a:r>
            <a:endParaRPr lang="zh-CN" altLang="en-US" sz="1600">
              <a:solidFill>
                <a:srgbClr val="2E2B29"/>
              </a:solidFill>
              <a:latin typeface="Inter"/>
              <a:ea typeface="Inter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planning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605" y="981710"/>
            <a:ext cx="8196580" cy="3297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思维链（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CoT</a:t>
            </a:r>
            <a:r>
              <a:rPr lang="zh-CN" altLang="en-US">
                <a:solidFill>
                  <a:srgbClr val="2E2B29"/>
                </a:solidFill>
                <a:latin typeface="Inter"/>
                <a:ea typeface="宋体" panose="02010600030101010101" pitchFamily="2" charset="-122"/>
                <a:sym typeface="+mn-ea"/>
              </a:rPr>
              <a:t>。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2022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</a:t>
            </a:r>
            <a:endParaRPr lang="zh-CN" altLang="en-US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在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prompt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明确指示模型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“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逐步思考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”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，从而利用更多的测试时间进行计算，将复杂任务分解为更小、更简单的步骤。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CoT 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将大型任务转化为多个易于处理的任务，并有助于理解模型的思维过程。</a:t>
            </a:r>
            <a:endParaRPr lang="zh-CN" altLang="en-US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CN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思维树（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ToT</a:t>
            </a:r>
            <a:r>
              <a:rPr lang="zh-CN" altLang="en-US">
                <a:solidFill>
                  <a:srgbClr val="2E2B29"/>
                </a:solidFill>
                <a:latin typeface="Inter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rgbClr val="2E2B29"/>
                </a:solidFill>
                <a:latin typeface="Inter"/>
                <a:ea typeface="宋体" panose="02010600030101010101" pitchFamily="2" charset="-122"/>
                <a:sym typeface="+mn-ea"/>
              </a:rPr>
              <a:t>2023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）扩展了思维导图（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CoT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），在每个步骤中探索多种推理可能性。它首先将问题分解为多个思维步骤，并在每个步骤中生成多个想法，从而构建树状结构。搜索过程可以是广度优先搜索（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BFS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）或深度优先搜索（</a:t>
            </a:r>
            <a:r>
              <a:rPr lang="en-US" altLang="zh-CN">
                <a:solidFill>
                  <a:srgbClr val="2E2B29"/>
                </a:solidFill>
                <a:latin typeface="Inter"/>
                <a:ea typeface="Inter"/>
                <a:sym typeface="+mn-ea"/>
              </a:rPr>
              <a:t>DFS</a:t>
            </a:r>
            <a:r>
              <a:rPr lang="zh-CN" altLang="en-US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），每个状态都由分类器（通过提示）或多数投票进行评估。</a:t>
            </a:r>
            <a:endParaRPr lang="zh-CN" altLang="en-US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Current State: 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需要解决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"24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点游戏：用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4 5 6 10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算出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24"</a:t>
            </a: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[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调用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LLM] 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生成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k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个候选思维（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k=3-5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）：</a:t>
            </a:r>
            <a:endParaRPr lang="zh-CN" altLang="en-US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Thought 1: 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先算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 10 - 6 = 4</a:t>
            </a: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Thought 2: 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先算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 6 </a:t>
            </a:r>
            <a:r>
              <a:rPr lang="en-US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×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 4 = 24  </a:t>
            </a: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Thought 3: </a:t>
            </a:r>
            <a:r>
              <a:rPr lang="zh-CN" altLang="en-US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先算</a:t>
            </a:r>
            <a:r>
              <a:rPr lang="en-US" altLang="zh-CN" sz="900">
                <a:solidFill>
                  <a:srgbClr val="2E2B29"/>
                </a:solidFill>
                <a:latin typeface="Inter"/>
                <a:ea typeface="Inter"/>
                <a:sym typeface="+mn-ea"/>
              </a:rPr>
              <a:t> 5 + 4 = 9</a:t>
            </a: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zh-CN" sz="900">
              <a:solidFill>
                <a:srgbClr val="2E2B29"/>
              </a:solidFill>
              <a:latin typeface="Inter"/>
              <a:ea typeface="Inter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420" y="2859405"/>
            <a:ext cx="4753610" cy="1484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1131570"/>
            <a:ext cx="7887970" cy="2599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上述策略先让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 LLM 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生成完整计划，再按计划逐步执行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，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有着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明显的两阶段分离：规划阶段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 vs 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执行阶段</a:t>
            </a:r>
            <a:endParaRPr lang="zh-CN" altLang="en-US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而另一种</a:t>
            </a:r>
            <a:r>
              <a:rPr lang="en-US" sz="1600" b="1" i="0">
                <a:solidFill>
                  <a:srgbClr val="FF0000"/>
                </a:solidFill>
                <a:latin typeface="Inter"/>
                <a:ea typeface="Inter"/>
              </a:rPr>
              <a:t>feedback工作流</a:t>
            </a:r>
            <a:r>
              <a:rPr lang="en-US" sz="1600" i="0">
                <a:solidFill>
                  <a:schemeClr val="tx1"/>
                </a:solidFill>
                <a:latin typeface="Inter"/>
                <a:ea typeface="Inter"/>
              </a:rPr>
              <a:t>则根据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执行结果、环境反馈、自我反思来动态调整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，action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与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planning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交替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进行</a:t>
            </a:r>
            <a:endParaRPr lang="zh-CN" altLang="en-US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ReAct —— 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推理与行动交织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, ICLR 2023</a:t>
            </a:r>
            <a:endParaRPr lang="en-US" altLang="zh-CN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Reflexion —— 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自我反思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  NeurIPS 2023</a:t>
            </a:r>
            <a:endParaRPr lang="en-US" altLang="zh-CN" sz="16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CoH—— 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Chain of Hindsight 2023</a:t>
            </a:r>
            <a:endParaRPr lang="en-US" altLang="zh-CN" sz="1600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843280"/>
            <a:ext cx="7802880" cy="12541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i="0">
                <a:solidFill>
                  <a:srgbClr val="1F1F1F"/>
                </a:solidFill>
                <a:latin typeface="-apple-system"/>
                <a:ea typeface="-apple-system"/>
              </a:rPr>
              <a:t>ReAct（ICLR,2023）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通过将动作空间扩展为特定任务的离散动作和语言空间的组合，将推理和行动整合到语言学习模型（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）中。</a:t>
            </a:r>
            <a:endParaRPr lang="zh-CN" altLang="en-US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前者使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能够与环境交互（例如使用维基百科搜索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API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），而后者则促使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生成自然语言的推理轨迹。</a:t>
            </a:r>
            <a:endParaRPr lang="zh-CN" altLang="en-US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核心思想：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 Reasoning + Acting 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交替进行，每一步都</a:t>
            </a:r>
            <a:r>
              <a:rPr lang="zh-CN" altLang="en-US" b="1" i="0">
                <a:solidFill>
                  <a:srgbClr val="FF0000"/>
                </a:solidFill>
                <a:latin typeface="-apple-system"/>
                <a:ea typeface="-apple-system"/>
              </a:rPr>
              <a:t>先推理再行动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，没有独立的反思环节</a:t>
            </a:r>
            <a:endParaRPr lang="zh-CN" altLang="en-US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147695"/>
            <a:ext cx="3961130" cy="1092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505" y="2303145"/>
            <a:ext cx="5021580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ReAct 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提示模板包含了供 </a:t>
            </a:r>
            <a:r>
              <a:rPr lang="en-US" altLang="zh-CN" b="0" i="0">
                <a:solidFill>
                  <a:srgbClr val="1F1F1F"/>
                </a:solidFill>
                <a:latin typeface="-apple-system"/>
                <a:ea typeface="-apple-system"/>
              </a:rPr>
              <a:t>LLM </a:t>
            </a:r>
            <a:r>
              <a:rPr lang="zh-CN" altLang="en-US" b="0" i="0">
                <a:solidFill>
                  <a:srgbClr val="1F1F1F"/>
                </a:solidFill>
                <a:latin typeface="-apple-system"/>
                <a:ea typeface="-apple-system"/>
              </a:rPr>
              <a:t>思考的明确步骤</a:t>
            </a:r>
            <a:endParaRPr lang="zh-CN" altLang="en-US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010" y="2787650"/>
            <a:ext cx="5167630" cy="22498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305" y="843280"/>
            <a:ext cx="8728075" cy="4036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200" i="0">
                <a:solidFill>
                  <a:srgbClr val="1F1F1F"/>
                </a:solidFill>
                <a:latin typeface="-apple-system"/>
                <a:ea typeface="-apple-system"/>
              </a:rPr>
              <a:t>ReAct：tao</a:t>
            </a:r>
            <a:r>
              <a:rPr lang="zh-CN" altLang="en-US" sz="1200" i="0">
                <a:solidFill>
                  <a:srgbClr val="1F1F1F"/>
                </a:solidFill>
                <a:latin typeface="-apple-system"/>
                <a:ea typeface="-apple-system"/>
              </a:rPr>
              <a:t>循环</a:t>
            </a:r>
            <a:endParaRPr lang="en-US" altLang="zh-CN" sz="120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1.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推理（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Thought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：Agent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将目标、当前状态、历史交互记录拼入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Prompt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，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生成一段推理，分析当前该做什么、为什么。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2.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行动（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Action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输出一个具体的工具调用指令：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Thought: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需要搜索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"ReAct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论文作者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来回答用户问题。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Action: search("ReAct paper authors")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3.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观察（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Observation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执行器调用工具，返回结果，直接追加到上下文中：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Observation: ReAct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由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Shunyu Yao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等人于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2022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年提出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...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4.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继续循环或结束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将完整历史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T1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A1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O1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T2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A2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O2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...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全部拼入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Prompt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，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决定：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继续：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生成下一轮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Thought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Action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结束：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直接输出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Final Answer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交互模式总结：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Thought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Action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Observation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Thought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Action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Observation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...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Final Answer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单层循环，所有历史线性拼接进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Prompt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LLM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每次只决定一步，不做事后反思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如果中间出错，只能在下一个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Thought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中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隐式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调整，没有专门的反思机制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843280"/>
            <a:ext cx="7802880" cy="41846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Reflexion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2023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）旨在赋予智能体动态记忆和自我反思能力，以提升其推理技能。</a:t>
            </a:r>
            <a:r>
              <a:rPr lang="en-US" altLang="zh-CN" sz="1200" b="1" i="0">
                <a:solidFill>
                  <a:srgbClr val="FF0000"/>
                </a:solidFill>
                <a:latin typeface="-apple-system"/>
                <a:ea typeface="-apple-system"/>
              </a:rPr>
              <a:t>Reflexion</a:t>
            </a:r>
            <a:r>
              <a:rPr lang="zh-CN" altLang="en-US" sz="1200" b="1" i="0">
                <a:solidFill>
                  <a:srgbClr val="FF0000"/>
                </a:solidFill>
                <a:latin typeface="-apple-system"/>
                <a:ea typeface="-apple-system"/>
              </a:rPr>
              <a:t>采用标准的强化学习（</a:t>
            </a:r>
            <a:r>
              <a:rPr lang="en-US" altLang="zh-CN" sz="1200" b="1" i="0">
                <a:solidFill>
                  <a:srgbClr val="FF0000"/>
                </a:solidFill>
                <a:latin typeface="-apple-system"/>
                <a:ea typeface="-apple-system"/>
              </a:rPr>
              <a:t>RL</a:t>
            </a:r>
            <a:r>
              <a:rPr lang="zh-CN" altLang="en-US" sz="1200" b="1" i="0">
                <a:solidFill>
                  <a:srgbClr val="FF0000"/>
                </a:solidFill>
                <a:latin typeface="-apple-system"/>
                <a:ea typeface="-apple-system"/>
              </a:rPr>
              <a:t>）设置，其中奖励模型提供简单的二元奖励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，动作空间则遵循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ReAct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的设置，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ReAct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在特定任务的动作空间中添加了语言信息，以支持复杂的推理步骤。</a:t>
            </a:r>
            <a:r>
              <a:rPr lang="en-US" altLang="zh-CN" sz="1200" b="1" i="0">
                <a:solidFill>
                  <a:srgbClr val="FF0000"/>
                </a:solidFill>
                <a:latin typeface="-apple-system"/>
                <a:ea typeface="-apple-system"/>
              </a:rPr>
              <a:t>每次动作之后，智能体都会进行自我反思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。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根据自我反思的结果，还可以选择重置环境以开始新的试验。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内层循环（单次尝试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 Episode</a:t>
            </a:r>
            <a:r>
              <a:rPr lang="zh-CN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）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和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ReAct</a:t>
            </a:r>
            <a:r>
              <a:rPr lang="zh-CN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基本一致：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Thought </a:t>
            </a:r>
            <a:r>
              <a:rPr lang="en-US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→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 Action </a:t>
            </a:r>
            <a:r>
              <a:rPr lang="en-US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→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 Observation </a:t>
            </a:r>
            <a:r>
              <a:rPr lang="en-US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→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 ... </a:t>
            </a:r>
            <a:r>
              <a:rPr lang="en-US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→</a:t>
            </a:r>
            <a:r>
              <a:rPr lang="en-US" altLang="zh-CN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 </a:t>
            </a:r>
            <a:r>
              <a:rPr lang="zh-CN" altLang="en-US" sz="12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得到最终结果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8826"/>
          <a:stretch>
            <a:fillRect/>
          </a:stretch>
        </p:blipFill>
        <p:spPr>
          <a:xfrm>
            <a:off x="1907540" y="1779270"/>
            <a:ext cx="4707890" cy="14401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305" y="843280"/>
            <a:ext cx="9066530" cy="31515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外层循环（跨尝试的反思学习）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1.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评估（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Evaluate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：</a:t>
            </a:r>
            <a:r>
              <a:rPr lang="en-US" sz="1200" b="1" i="0">
                <a:solidFill>
                  <a:srgbClr val="FF0000"/>
                </a:solidFill>
                <a:latin typeface="Inter"/>
                <a:ea typeface="Inter"/>
              </a:rPr>
              <a:t>单次尝试结束后，通过外部评估器或LLM自身判断结果是否正确/达标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：</a:t>
            </a:r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2.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反思（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Reflect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— Reflexion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的核心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若失败，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Agent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调用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LLM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（可以是同一个，也可以是专门的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Reflector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）生成一段自然语言的经验总结：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Reflection: 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上一次我直接搜索了完整问题，结果太泛。下次应该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xxx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。另外我忽略了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xxxx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。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"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3.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存入记忆（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Memory Update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）这段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Reflection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文本被存入长期记忆。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4.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重新尝试（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Retry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）发起新一轮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Episode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，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Prompt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中额外注入历次反思记录：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[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系统指令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+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目标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]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[Previous Reflections]: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 - Trial 1: 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不应该直接搜索完整问题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..."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 - Trial 2: "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子问题拆解有效，但忘记验证来源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..."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[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开始新的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Thought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Action </a:t>
            </a:r>
            <a:r>
              <a:rPr lang="en-US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 Observation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循环</a:t>
            </a:r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]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200" b="0" i="0">
                <a:solidFill>
                  <a:srgbClr val="1F1F1F"/>
                </a:solidFill>
                <a:latin typeface="-apple-system"/>
                <a:ea typeface="-apple-system"/>
              </a:rPr>
              <a:t>5. </a:t>
            </a:r>
            <a:r>
              <a:rPr lang="zh-CN" altLang="en-US" sz="1200" b="0" i="0">
                <a:solidFill>
                  <a:srgbClr val="1F1F1F"/>
                </a:solidFill>
                <a:latin typeface="-apple-system"/>
                <a:ea typeface="-apple-system"/>
              </a:rPr>
              <a:t>循环直到成功或达到最大尝试次数</a:t>
            </a:r>
            <a:endParaRPr lang="en-US" altLang="zh-CN" sz="12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200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84345" y="3291840"/>
            <a:ext cx="4572000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交互模式总结：</a:t>
            </a:r>
            <a:endParaRPr lang="en-US" altLang="zh-CN" sz="10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000">
              <a:solidFill>
                <a:srgbClr val="1F1F1F"/>
              </a:solidFill>
              <a:latin typeface="-apple-system"/>
              <a:ea typeface="-apple-system"/>
              <a:sym typeface="+mn-ea"/>
            </a:endParaRPr>
          </a:p>
          <a:p>
            <a:pPr marL="0" indent="0"/>
            <a:endParaRPr lang="zh-CN" altLang="en-US" sz="1000">
              <a:solidFill>
                <a:srgbClr val="1F1F1F"/>
              </a:solidFill>
              <a:latin typeface="-apple-system"/>
              <a:ea typeface="-apple-system"/>
              <a:sym typeface="+mn-ea"/>
            </a:endParaRPr>
          </a:p>
          <a:p>
            <a:pPr marL="0" indent="0"/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双层循环：内层是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ReAct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式执行，外层是反思学习</a:t>
            </a:r>
            <a:endParaRPr lang="zh-CN" altLang="en-US" sz="10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两种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LLM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调用：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Actor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（执行任务）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+ Reflector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（生成反思）</a:t>
            </a:r>
            <a:endParaRPr lang="zh-CN" altLang="en-US" sz="10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反思以自然语言存储，作为下次尝试的额外上下文注入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Prompt</a:t>
            </a:r>
            <a:endParaRPr lang="en-US" altLang="zh-CN" sz="1000" b="0" i="0">
              <a:solidFill>
                <a:srgbClr val="1F1F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与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CoH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的区别：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Reflexion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的反思发生在整个</a:t>
            </a:r>
            <a:r>
              <a:rPr lang="en-US" altLang="zh-CN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Episode</a:t>
            </a:r>
            <a:r>
              <a:rPr lang="zh-CN" altLang="en-US" sz="1000">
                <a:solidFill>
                  <a:srgbClr val="1F1F1F"/>
                </a:solidFill>
                <a:latin typeface="-apple-system"/>
                <a:ea typeface="-apple-system"/>
                <a:sym typeface="+mn-ea"/>
              </a:rPr>
              <a:t>结束后，而非每一步中</a:t>
            </a:r>
            <a:endParaRPr lang="zh-CN" altLang="en-US" sz="1000">
              <a:solidFill>
                <a:srgbClr val="1F1F1F"/>
              </a:solidFill>
              <a:latin typeface="-apple-system"/>
              <a:ea typeface="-apple-system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2787650"/>
            <a:ext cx="3790950" cy="971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339090" y="1710690"/>
              <a:ext cx="6854190" cy="533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339090" y="1710690"/>
                <a:ext cx="6854190" cy="53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1242695" y="1757045"/>
              <a:ext cx="5461635" cy="20701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1242695" y="1757045"/>
                <a:ext cx="546163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1128395" y="1764030"/>
              <a:ext cx="142875" cy="26098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1128395" y="1764030"/>
                <a:ext cx="142875" cy="260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" name="墨迹 8"/>
              <p14:cNvContentPartPr/>
              <p14:nvPr/>
            </p14:nvContentPartPr>
            <p14:xfrm>
              <a:off x="4429125" y="1943100"/>
              <a:ext cx="789305" cy="24638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9"/>
            </p:blipFill>
            <p:spPr>
              <a:xfrm>
                <a:off x="4429125" y="1943100"/>
                <a:ext cx="789305" cy="246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0" name="墨迹 9"/>
              <p14:cNvContentPartPr/>
              <p14:nvPr/>
            </p14:nvContentPartPr>
            <p14:xfrm>
              <a:off x="5539740" y="3089275"/>
              <a:ext cx="2046605" cy="3238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5539740" y="3089275"/>
                <a:ext cx="2046605" cy="323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1" name="墨迹 10"/>
              <p14:cNvContentPartPr/>
              <p14:nvPr/>
            </p14:nvContentPartPr>
            <p14:xfrm>
              <a:off x="160655" y="1503680"/>
              <a:ext cx="610870" cy="25717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3"/>
            </p:blipFill>
            <p:spPr>
              <a:xfrm>
                <a:off x="160655" y="1503680"/>
                <a:ext cx="61087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2" name="墨迹 11"/>
              <p14:cNvContentPartPr/>
              <p14:nvPr/>
            </p14:nvContentPartPr>
            <p14:xfrm>
              <a:off x="167640" y="2621280"/>
              <a:ext cx="3879215" cy="71437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5"/>
            </p:blipFill>
            <p:spPr>
              <a:xfrm>
                <a:off x="167640" y="2621280"/>
                <a:ext cx="3879215" cy="714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3" name="墨迹 12"/>
              <p14:cNvContentPartPr/>
              <p14:nvPr/>
            </p14:nvContentPartPr>
            <p14:xfrm>
              <a:off x="292735" y="2553335"/>
              <a:ext cx="3510915" cy="79311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7"/>
            </p:blipFill>
            <p:spPr>
              <a:xfrm>
                <a:off x="292735" y="2553335"/>
                <a:ext cx="3510915" cy="793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4" name="墨迹 13"/>
              <p14:cNvContentPartPr/>
              <p14:nvPr/>
            </p14:nvContentPartPr>
            <p14:xfrm>
              <a:off x="1317625" y="3003550"/>
              <a:ext cx="1628775" cy="2159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9"/>
            </p:blipFill>
            <p:spPr>
              <a:xfrm>
                <a:off x="1317625" y="3003550"/>
                <a:ext cx="1628775" cy="21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5" name="墨迹 14"/>
              <p14:cNvContentPartPr/>
              <p14:nvPr/>
            </p14:nvContentPartPr>
            <p14:xfrm>
              <a:off x="6096635" y="3121660"/>
              <a:ext cx="857250" cy="18923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1"/>
            </p:blipFill>
            <p:spPr>
              <a:xfrm>
                <a:off x="6096635" y="3121660"/>
                <a:ext cx="857250" cy="189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6" name="墨迹 15"/>
              <p14:cNvContentPartPr/>
              <p14:nvPr/>
            </p14:nvContentPartPr>
            <p14:xfrm>
              <a:off x="7029450" y="3300095"/>
              <a:ext cx="396240" cy="1079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3"/>
            </p:blipFill>
            <p:spPr>
              <a:xfrm>
                <a:off x="7029450" y="3300095"/>
                <a:ext cx="396240" cy="10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7" name="墨迹 16"/>
              <p14:cNvContentPartPr/>
              <p14:nvPr/>
            </p14:nvContentPartPr>
            <p14:xfrm>
              <a:off x="6829425" y="3150235"/>
              <a:ext cx="703580" cy="16065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5"/>
            </p:blipFill>
            <p:spPr>
              <a:xfrm>
                <a:off x="6829425" y="3150235"/>
                <a:ext cx="703580" cy="16065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sym typeface="+mn-ea"/>
              </a:rPr>
              <a:t>规划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 planning Rexx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x</a:t>
            </a:r>
            <a:endParaRPr lang="en-US" altLang="zh-CN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35814"/>
          <a:stretch>
            <a:fillRect/>
          </a:stretch>
        </p:blipFill>
        <p:spPr>
          <a:xfrm>
            <a:off x="5652135" y="2067560"/>
            <a:ext cx="3185160" cy="1955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6075" y="674370"/>
            <a:ext cx="799528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latinLnBrk="0" hangingPunct="1">
              <a:spcBef>
                <a:spcPct val="0"/>
              </a:spcBef>
              <a:spcAft>
                <a:spcPts val="0"/>
              </a:spcAft>
            </a:pP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CoH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是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CoT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的变体，更侧重于事后反思和从经验中学习。</a:t>
            </a:r>
            <a:r>
              <a:rPr lang="en-US" altLang="zh-CN" sz="1600" b="0" i="0">
                <a:solidFill>
                  <a:srgbClr val="1F1F1F"/>
                </a:solidFill>
                <a:latin typeface="-apple-system"/>
                <a:ea typeface="-apple-system"/>
              </a:rPr>
              <a:t>Agent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在执行一系列行动后，会</a:t>
            </a:r>
            <a:r>
              <a:rPr lang="en-US" altLang="zh-CN" sz="1600" b="1" i="0">
                <a:solidFill>
                  <a:srgbClr val="FF0000"/>
                </a:solidFill>
                <a:latin typeface="-apple-system"/>
                <a:ea typeface="-apple-system"/>
              </a:rPr>
              <a:t>回顾整个过程</a:t>
            </a:r>
            <a:r>
              <a:rPr lang="zh-CN" altLang="en-US" sz="1600" b="0" i="0">
                <a:solidFill>
                  <a:srgbClr val="1F1F1F"/>
                </a:solidFill>
                <a:latin typeface="-apple-system"/>
                <a:ea typeface="-apple-system"/>
              </a:rPr>
              <a:t>，思考哪些行动是有效的，哪些是无效的，以及为什么，并从中提取经验教训，用于指导未来的规划。</a:t>
            </a:r>
            <a:endParaRPr lang="zh-CN" altLang="en-US" sz="1600" b="0" i="0">
              <a:solidFill>
                <a:srgbClr val="1F1F1F"/>
              </a:solidFill>
              <a:latin typeface="-apple-system"/>
              <a:ea typeface="-apple-system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6075" y="1635125"/>
            <a:ext cx="5209540" cy="30861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Prompt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构造（输入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向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发送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Prompt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，包含三要素：目标（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Goal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）、当前状态（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Current State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）、可用工具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/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可行动列表（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Available Tools/Actions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），以及明确的指令要求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一步步思考”（如“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Let’s think step by step”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或“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Explain your reasoning”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思考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&amp;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行动：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在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Prompt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驱动下生成一段“思考链”输出。随后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输出一个具体的行动（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Action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），常为结构化命令，例如：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600" b="0" i="0">
              <a:solidFill>
                <a:srgbClr val="413D39"/>
              </a:solidFill>
              <a:latin typeface="baselGroteskMono"/>
              <a:ea typeface="baselGroteskMono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800" b="0" i="0">
                <a:solidFill>
                  <a:srgbClr val="24292E"/>
                </a:solidFill>
                <a:latin typeface="baselGroteskMono"/>
                <a:ea typeface="baselGroteskMono"/>
              </a:rPr>
              <a:t>Thought: Need to query weather before scheduling. Use get_current_weather tool.Action: {"tool_name": "get_current_weather", "parameters": {"location": "London"}}</a:t>
            </a:r>
            <a:endParaRPr lang="en-US" altLang="zh-CN" sz="800" b="0" i="0">
              <a:solidFill>
                <a:srgbClr val="24292E"/>
              </a:solidFill>
              <a:latin typeface="baselGroteskMono"/>
              <a:ea typeface="baselGroteskMono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的执行器解析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Action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并调用对应工具或内部操作。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观察：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工具返回观察结果（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Observation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），如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API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结果、操作成功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/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失败信息等；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将此加入“当前状态”。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反思（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CoH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把最新</a:t>
            </a:r>
            <a:r>
              <a:rPr lang="en-US" altLang="zh-CN" sz="1000" b="1" i="0">
                <a:solidFill>
                  <a:srgbClr val="FF0000"/>
                </a:solidFill>
                <a:latin typeface="-apple-system"/>
                <a:ea typeface="-apple-system"/>
              </a:rPr>
              <a:t>Observation连同历次思考/行动/观察历史一起回传给LLM，继续下一轮规划。如果结果异常或失败，会增加明确的反思提示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，如“为什么失败？出了什么问题？如何调整？能总结什么经验？”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—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以帮助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从失败中修正策略并重新规划。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428625" y="2471420"/>
              <a:ext cx="17780" cy="1676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428625" y="2471420"/>
                <a:ext cx="17780" cy="167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417830" y="3078480"/>
              <a:ext cx="6985" cy="428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417830" y="3078480"/>
                <a:ext cx="6985" cy="428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417830" y="3603625"/>
              <a:ext cx="35560" cy="1784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417830" y="3603625"/>
                <a:ext cx="35560" cy="1784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7" name="墨迹 6"/>
              <p14:cNvContentPartPr/>
              <p14:nvPr/>
            </p14:nvContentPartPr>
            <p14:xfrm>
              <a:off x="435610" y="4146550"/>
              <a:ext cx="10795" cy="11811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9"/>
            </p:blipFill>
            <p:spPr>
              <a:xfrm>
                <a:off x="435610" y="4146550"/>
                <a:ext cx="10795" cy="1181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8" name="墨迹 7"/>
              <p14:cNvContentPartPr/>
              <p14:nvPr/>
            </p14:nvContentPartPr>
            <p14:xfrm>
              <a:off x="0" y="2228850"/>
              <a:ext cx="481965" cy="135318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1"/>
            </p:blipFill>
            <p:spPr>
              <a:xfrm>
                <a:off x="0" y="2228850"/>
                <a:ext cx="481965" cy="135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349885" y="2110740"/>
              <a:ext cx="132080" cy="41084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349885" y="2110740"/>
                <a:ext cx="132080" cy="410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385445" y="4086225"/>
              <a:ext cx="967740" cy="2603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385445" y="4086225"/>
                <a:ext cx="96774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1167765" y="4335780"/>
              <a:ext cx="10795" cy="9334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1167765" y="4335780"/>
                <a:ext cx="10795" cy="933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3686175" y="4467860"/>
              <a:ext cx="1846580" cy="8572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3686175" y="4467860"/>
                <a:ext cx="1846580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5" name="墨迹 14"/>
              <p14:cNvContentPartPr/>
              <p14:nvPr/>
            </p14:nvContentPartPr>
            <p14:xfrm>
              <a:off x="3475355" y="4578985"/>
              <a:ext cx="1492885" cy="317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1"/>
            </p:blipFill>
            <p:spPr>
              <a:xfrm>
                <a:off x="3475355" y="4578985"/>
                <a:ext cx="149288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6" name="墨迹 15"/>
              <p14:cNvContentPartPr/>
              <p14:nvPr/>
            </p14:nvContentPartPr>
            <p14:xfrm>
              <a:off x="385445" y="1950085"/>
              <a:ext cx="46355" cy="224282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3"/>
            </p:blipFill>
            <p:spPr>
              <a:xfrm>
                <a:off x="385445" y="1950085"/>
                <a:ext cx="46355" cy="2242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7" name="墨迹 16"/>
              <p14:cNvContentPartPr/>
              <p14:nvPr/>
            </p14:nvContentPartPr>
            <p14:xfrm>
              <a:off x="342900" y="4078605"/>
              <a:ext cx="142875" cy="1752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5"/>
            </p:blipFill>
            <p:spPr>
              <a:xfrm>
                <a:off x="342900" y="4078605"/>
                <a:ext cx="142875" cy="1752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8" name="墨迹 17"/>
              <p14:cNvContentPartPr/>
              <p14:nvPr/>
            </p14:nvContentPartPr>
            <p14:xfrm>
              <a:off x="0" y="2271395"/>
              <a:ext cx="317500" cy="192532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7"/>
            </p:blipFill>
            <p:spPr>
              <a:xfrm>
                <a:off x="0" y="2271395"/>
                <a:ext cx="317500" cy="1925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9" name="墨迹 18"/>
              <p14:cNvContentPartPr/>
              <p14:nvPr/>
            </p14:nvContentPartPr>
            <p14:xfrm>
              <a:off x="174625" y="2203450"/>
              <a:ext cx="200025" cy="27178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9"/>
            </p:blipFill>
            <p:spPr>
              <a:xfrm>
                <a:off x="174625" y="2203450"/>
                <a:ext cx="200025" cy="271780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108212" y="843406"/>
            <a:ext cx="8542079" cy="4002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emory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针对的是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context window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有限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长期交互中信息会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遗忘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（滑出窗口）需要从海量历史中选择性提取和本次问答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的信息以及解决参数知识静态的问题：训练截止后无法更新知识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下图是</a:t>
            </a: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  <a:cs typeface="+mn-cs"/>
              </a:rPr>
              <a:t>人类的记忆模式归类，agent基于此进行了模仿</a:t>
            </a:r>
            <a:endParaRPr lang="en-US" altLang="zh-CN" sz="1200" b="1">
              <a:solidFill>
                <a:srgbClr val="FF0000"/>
              </a:solidFill>
              <a:latin typeface="-apple-system"/>
              <a:ea typeface="-apple-system"/>
              <a:cs typeface="+mn-cs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067560"/>
            <a:ext cx="7021195" cy="2546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墨迹 3"/>
              <p14:cNvContentPartPr/>
              <p14:nvPr/>
            </p14:nvContentPartPr>
            <p14:xfrm>
              <a:off x="1539240" y="2667635"/>
              <a:ext cx="960755" cy="1079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3"/>
            </p:blipFill>
            <p:spPr>
              <a:xfrm>
                <a:off x="1539240" y="2667635"/>
                <a:ext cx="960755" cy="10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1574800" y="3353435"/>
              <a:ext cx="1039495" cy="895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1574800" y="3353435"/>
                <a:ext cx="1039495" cy="89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1535430" y="4375150"/>
              <a:ext cx="1193165" cy="1079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1535430" y="4375150"/>
                <a:ext cx="1193165" cy="1079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2211705"/>
            <a:ext cx="8714740" cy="32086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我们可以大致考虑以下几种映射关系：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  <a:sym typeface="+mn-ea"/>
              </a:rPr>
              <a:t>感觉记忆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是学习嵌入原始输入（包括文本、图像或其他模态）的表征；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本次问答原始输入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71450" indent="-17145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形式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原始文本输入、图像像素、音频波形、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API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返回的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JSON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等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操作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感知编码（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Perception Encoding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）和注意力过滤（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Attention Filtering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71450" indent="-17145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  <a:sym typeface="+mn-ea"/>
              </a:rPr>
              <a:t>短期记忆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Agent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在当前任务执行过程中活跃使用的信息，直接对应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LLM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的上下文窗口（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Context Window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LLM 本身是无状态的。 它不会"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记住"上一轮说了什么。每次推理都是一次全新的、独立的前向传播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71450" indent="-171450"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它很短且有限，因为它受到Transformer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有限上下文窗口长度的限制。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71450" indent="-171450" algn="l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Char char="•"/>
            </a:pP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操作：截断 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压缩 转入长期记忆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  <a:sym typeface="+mn-ea"/>
              </a:rPr>
              <a:t>长期记忆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作为外部向量存储，代理可以在查询时关注它，需要时检索回来，注入上下文窗口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外挂知识库等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）（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重点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699135"/>
            <a:ext cx="4696460" cy="16059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墨迹 3"/>
              <p14:cNvContentPartPr/>
              <p14:nvPr/>
            </p14:nvContentPartPr>
            <p14:xfrm>
              <a:off x="5796915" y="2971800"/>
              <a:ext cx="1035685" cy="6413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3"/>
            </p:blipFill>
            <p:spPr>
              <a:xfrm>
                <a:off x="5796915" y="2971800"/>
                <a:ext cx="1035685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785495" y="3714750"/>
              <a:ext cx="1129030" cy="22479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785495" y="3714750"/>
                <a:ext cx="1129030" cy="2247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5264785" y="3646805"/>
              <a:ext cx="2682240" cy="3606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5264785" y="3646805"/>
                <a:ext cx="2682240" cy="360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5325110" y="3596640"/>
              <a:ext cx="2865120" cy="3429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5325110" y="3596640"/>
                <a:ext cx="2865120" cy="342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5932805" y="1617980"/>
              <a:ext cx="407035" cy="27495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5932805" y="1617980"/>
                <a:ext cx="407035" cy="2749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5996940" y="1603375"/>
              <a:ext cx="960755" cy="2000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5996940" y="1603375"/>
                <a:ext cx="960755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6300470" y="1746250"/>
              <a:ext cx="703580" cy="12509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6300470" y="1746250"/>
                <a:ext cx="703580" cy="125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5918200" y="814070"/>
              <a:ext cx="946785" cy="62166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5918200" y="814070"/>
                <a:ext cx="946785" cy="621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3" name="墨迹 12"/>
              <p14:cNvContentPartPr/>
              <p14:nvPr/>
            </p14:nvContentPartPr>
            <p14:xfrm>
              <a:off x="5979160" y="392430"/>
              <a:ext cx="31750" cy="56832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9"/>
            </p:blipFill>
            <p:spPr>
              <a:xfrm>
                <a:off x="5979160" y="392430"/>
                <a:ext cx="31750" cy="568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5953760" y="353060"/>
              <a:ext cx="1293495" cy="109347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5953760" y="353060"/>
                <a:ext cx="1293495" cy="1093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6675755" y="1360805"/>
              <a:ext cx="403225" cy="7810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6675755" y="1360805"/>
                <a:ext cx="403225" cy="78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7100570" y="1360805"/>
              <a:ext cx="381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7100570" y="1360805"/>
                <a:ext cx="38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7" name="墨迹 16"/>
              <p14:cNvContentPartPr/>
              <p14:nvPr/>
            </p14:nvContentPartPr>
            <p14:xfrm>
              <a:off x="7286625" y="1089025"/>
              <a:ext cx="410210" cy="243268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7"/>
            </p:blipFill>
            <p:spPr>
              <a:xfrm>
                <a:off x="7286625" y="1089025"/>
                <a:ext cx="410210" cy="2432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8" name="墨迹 17"/>
              <p14:cNvContentPartPr/>
              <p14:nvPr/>
            </p14:nvContentPartPr>
            <p14:xfrm>
              <a:off x="7511415" y="3335655"/>
              <a:ext cx="210820" cy="27876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9"/>
            </p:blipFill>
            <p:spPr>
              <a:xfrm>
                <a:off x="7511415" y="3335655"/>
                <a:ext cx="210820" cy="278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9" name="墨迹 18"/>
              <p14:cNvContentPartPr/>
              <p14:nvPr/>
            </p14:nvContentPartPr>
            <p14:xfrm>
              <a:off x="6353810" y="4189730"/>
              <a:ext cx="1075690" cy="7810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1"/>
            </p:blipFill>
            <p:spPr>
              <a:xfrm>
                <a:off x="6353810" y="4189730"/>
                <a:ext cx="1075690" cy="78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0" name="墨迹 19"/>
              <p14:cNvContentPartPr/>
              <p14:nvPr/>
            </p14:nvContentPartPr>
            <p14:xfrm>
              <a:off x="2025015" y="4650105"/>
              <a:ext cx="956945" cy="254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3"/>
            </p:blipFill>
            <p:spPr>
              <a:xfrm>
                <a:off x="2025015" y="4650105"/>
                <a:ext cx="956945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1" name="墨迹 20"/>
              <p14:cNvContentPartPr/>
              <p14:nvPr/>
            </p14:nvContentPartPr>
            <p14:xfrm>
              <a:off x="6300470" y="3924935"/>
              <a:ext cx="1496695" cy="46799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5"/>
            </p:blipFill>
            <p:spPr>
              <a:xfrm>
                <a:off x="6300470" y="3924935"/>
                <a:ext cx="1496695" cy="46799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278392" y="915796"/>
            <a:ext cx="8542079" cy="378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771208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</a:pPr>
            <a:r>
              <a:rPr lang="zh-CN" altLang="en-US" sz="1400" b="0" i="0">
                <a:solidFill>
                  <a:srgbClr val="2E2B29"/>
                </a:solidFill>
                <a:latin typeface="Inter"/>
                <a:ea typeface="Inter"/>
              </a:rPr>
              <a:t>长期记忆是 </a:t>
            </a:r>
            <a:r>
              <a:rPr lang="en-US" altLang="zh-CN" sz="1400" b="0" i="0">
                <a:solidFill>
                  <a:srgbClr val="2E2B29"/>
                </a:solidFill>
                <a:latin typeface="Inter"/>
                <a:ea typeface="Inter"/>
              </a:rPr>
              <a:t>Memory </a:t>
            </a:r>
            <a:r>
              <a:rPr lang="zh-CN" altLang="en-US" sz="1400" b="0" i="0">
                <a:solidFill>
                  <a:srgbClr val="2E2B29"/>
                </a:solidFill>
                <a:latin typeface="Inter"/>
                <a:ea typeface="Inter"/>
              </a:rPr>
              <a:t>模块研究的</a:t>
            </a:r>
            <a:r>
              <a:rPr lang="zh-CN" altLang="en-US" sz="1400" b="0" i="0">
                <a:solidFill>
                  <a:srgbClr val="2E2B29"/>
                </a:solidFill>
                <a:latin typeface="Inter"/>
                <a:ea typeface="Inter"/>
              </a:rPr>
              <a:t>核心战场</a:t>
            </a:r>
            <a:r>
              <a:rPr lang="zh-CN" altLang="en-US" sz="1400" b="0" i="0">
                <a:solidFill>
                  <a:srgbClr val="2E2B29"/>
                </a:solidFill>
                <a:latin typeface="Inter"/>
                <a:ea typeface="Inter"/>
              </a:rPr>
              <a:t>，又分为三类：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39115" y="1275715"/>
          <a:ext cx="7863840" cy="1848485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314325">
                <a:tc>
                  <a:txBody>
                    <a:bodyPr/>
                    <a:p>
                      <a:pPr marL="0" indent="0" fontAlgn="b"/>
                      <a:r>
                        <a:rPr lang="zh-CN" altLang="en-US" sz="1100" b="0">
                          <a:solidFill>
                            <a:srgbClr val="252523"/>
                          </a:solidFill>
                        </a:rPr>
                        <a:t>子类型</a:t>
                      </a:r>
                      <a:endParaRPr lang="zh-CN" altLang="en-US" sz="1100" b="0">
                        <a:solidFill>
                          <a:srgbClr val="252523"/>
                        </a:solidFill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>
                          <a:solidFill>
                            <a:srgbClr val="252523"/>
                          </a:solidFill>
                        </a:rPr>
                        <a:t>含义</a:t>
                      </a:r>
                      <a:endParaRPr lang="zh-CN" altLang="en-US" sz="1100" b="0">
                        <a:solidFill>
                          <a:srgbClr val="252523"/>
                        </a:solidFill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100" b="0">
                          <a:solidFill>
                            <a:srgbClr val="252523"/>
                          </a:solidFill>
                        </a:rPr>
                        <a:t>Agent </a:t>
                      </a:r>
                      <a:r>
                        <a:rPr lang="zh-CN" altLang="en-US" sz="1100" b="0">
                          <a:solidFill>
                            <a:srgbClr val="252523"/>
                          </a:solidFill>
                        </a:rPr>
                        <a:t>中的对应</a:t>
                      </a:r>
                      <a:endParaRPr lang="zh-CN" altLang="en-US" sz="1100" b="0">
                        <a:solidFill>
                          <a:srgbClr val="252523"/>
                        </a:solidFill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>
                          <a:solidFill>
                            <a:srgbClr val="252523"/>
                          </a:solidFill>
                        </a:rPr>
                        <a:t>典型实现</a:t>
                      </a:r>
                      <a:endParaRPr lang="zh-CN" altLang="en-US" sz="1100" b="0">
                        <a:solidFill>
                          <a:srgbClr val="252523"/>
                        </a:solidFill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085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>
                          <a:solidFill>
                            <a:srgbClr val="2E2B29"/>
                          </a:solidFill>
                        </a:rPr>
                        <a:t>情景记忆</a:t>
                      </a:r>
                      <a:r>
                        <a:rPr lang="en-US" altLang="zh-CN" sz="1100"/>
                        <a:t> </a:t>
                      </a:r>
                      <a:r>
                        <a:rPr lang="en-US" altLang="zh-CN" sz="1100"/>
                        <a:t>(Episodic)</a:t>
                      </a:r>
                      <a:endParaRPr lang="en-US" altLang="zh-CN" sz="1100" b="0">
                        <a:solidFill>
                          <a:srgbClr val="2E2B2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过去发生过的具体事件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100"/>
                        <a:t>Agent </a:t>
                      </a:r>
                      <a:r>
                        <a:rPr lang="zh-CN" altLang="en-US" sz="1100"/>
                        <a:t>的行为日志、对话记录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时间戳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事件描述存入向量库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9425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>
                          <a:solidFill>
                            <a:srgbClr val="2E2B29"/>
                          </a:solidFill>
                        </a:rPr>
                        <a:t>语义记忆</a:t>
                      </a:r>
                      <a:r>
                        <a:rPr lang="en-US" altLang="zh-CN" sz="1100"/>
                        <a:t> </a:t>
                      </a:r>
                      <a:r>
                        <a:rPr lang="en-US" altLang="zh-CN" sz="1100"/>
                        <a:t>(Semantic)</a:t>
                      </a:r>
                      <a:endParaRPr lang="en-US" altLang="zh-CN" sz="1100" b="0">
                        <a:solidFill>
                          <a:srgbClr val="2E2B2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抽象的事实性知识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外部知识库、文档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>
                          <a:solidFill>
                            <a:srgbClr val="2E2B29"/>
                          </a:solidFill>
                        </a:rPr>
                        <a:t>RAG</a:t>
                      </a:r>
                      <a:r>
                        <a:rPr lang="zh-CN" altLang="en-US" sz="1100"/>
                        <a:t>、知识图谱</a:t>
                      </a:r>
                      <a:endParaRPr lang="zh-CN" altLang="en-US" sz="1100" b="0">
                        <a:solidFill>
                          <a:srgbClr val="2E2B2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650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>
                          <a:solidFill>
                            <a:srgbClr val="2E2B29"/>
                          </a:solidFill>
                        </a:rPr>
                        <a:t>程序记忆</a:t>
                      </a:r>
                      <a:r>
                        <a:rPr lang="en-US" altLang="zh-CN" sz="1100"/>
                        <a:t> </a:t>
                      </a:r>
                      <a:r>
                        <a:rPr lang="en-US" altLang="zh-CN" sz="1100"/>
                        <a:t>(Procedural)</a:t>
                      </a:r>
                      <a:endParaRPr lang="en-US" altLang="zh-CN" sz="1100" b="0">
                        <a:solidFill>
                          <a:srgbClr val="2E2B2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如何执行某任务的技能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/>
                        <a:t>工具调用模板、成功 </a:t>
                      </a:r>
                      <a:r>
                        <a:rPr lang="en-US" altLang="zh-CN" sz="1100"/>
                        <a:t>plan </a:t>
                      </a:r>
                      <a:r>
                        <a:rPr lang="zh-CN" altLang="en-US" sz="1100"/>
                        <a:t>的复用</a:t>
                      </a:r>
                      <a:endParaRPr lang="zh-CN" altLang="en-US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100"/>
                        <a:t>Skill Library (Voyager)</a:t>
                      </a:r>
                      <a:endParaRPr lang="en-US" altLang="zh-CN" sz="1100"/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11505" y="3147695"/>
            <a:ext cx="8366125" cy="1414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/>
              <a:t>不论哪一种，大家关心的操作无非三类</a:t>
            </a:r>
            <a:r>
              <a:rPr lang="en-US" altLang="zh-CN"/>
              <a:t>：</a:t>
            </a:r>
            <a:endParaRPr lang="zh-CN" altLang="en-US"/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</a:rPr>
              <a:t>记忆编码 (write)</a:t>
            </a:r>
            <a:r>
              <a:rPr lang="en-US" altLang="zh-CN"/>
              <a:t>：</a:t>
            </a:r>
            <a:r>
              <a:rPr lang="zh-CN" altLang="en-US"/>
              <a:t>什么信息值得记住？以什么形式存储？</a:t>
            </a:r>
            <a:endParaRPr lang="zh-CN" altLang="en-US"/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</a:rPr>
              <a:t>记忆检索 （read）</a:t>
            </a:r>
            <a:r>
              <a:rPr lang="en-US" altLang="zh-CN"/>
              <a:t>：</a:t>
            </a:r>
            <a:r>
              <a:rPr lang="zh-CN" altLang="en-US"/>
              <a:t>面对当前任务</a:t>
            </a:r>
            <a:r>
              <a:rPr lang="en-US" altLang="zh-CN"/>
              <a:t>/</a:t>
            </a:r>
            <a:r>
              <a:rPr lang="zh-CN" altLang="en-US"/>
              <a:t>问题，如何从海量记忆中精准取回最有用的信息</a:t>
            </a:r>
            <a:r>
              <a:rPr lang="en-US" altLang="zh-CN"/>
              <a:t>？</a:t>
            </a:r>
            <a:endParaRPr lang="zh-CN" altLang="en-US"/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1">
                <a:solidFill>
                  <a:srgbClr val="FF0000"/>
                </a:solidFill>
                <a:latin typeface="-apple-system"/>
                <a:ea typeface="-apple-system"/>
              </a:rPr>
              <a:t>记忆管理（reflection）</a:t>
            </a:r>
            <a:r>
              <a:rPr lang="en-US" altLang="zh-CN"/>
              <a:t>：</a:t>
            </a:r>
            <a:r>
              <a:rPr lang="zh-CN" altLang="en-US"/>
              <a:t>记忆越来越多，如何保持记忆库的质量、避免过载？</a:t>
            </a:r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5750560" y="1746250"/>
              <a:ext cx="574675" cy="965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5750560" y="1746250"/>
                <a:ext cx="574675" cy="96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667385" y="2228850"/>
              <a:ext cx="946785" cy="177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667385" y="2228850"/>
                <a:ext cx="946785" cy="17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" name="墨迹 8"/>
              <p14:cNvContentPartPr/>
              <p14:nvPr/>
            </p14:nvContentPartPr>
            <p14:xfrm>
              <a:off x="4496435" y="2196465"/>
              <a:ext cx="1150620" cy="355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7"/>
            </p:blipFill>
            <p:spPr>
              <a:xfrm>
                <a:off x="4496435" y="2196465"/>
                <a:ext cx="1150620" cy="35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6400800" y="1964055"/>
              <a:ext cx="403225" cy="23241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6400800" y="1964055"/>
                <a:ext cx="40322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1" name="墨迹 10"/>
              <p14:cNvContentPartPr/>
              <p14:nvPr/>
            </p14:nvContentPartPr>
            <p14:xfrm>
              <a:off x="6443345" y="2464435"/>
              <a:ext cx="292735" cy="23177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1"/>
            </p:blipFill>
            <p:spPr>
              <a:xfrm>
                <a:off x="6443345" y="2464435"/>
                <a:ext cx="292735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2" name="墨迹 11"/>
              <p14:cNvContentPartPr/>
              <p14:nvPr/>
            </p14:nvContentPartPr>
            <p14:xfrm>
              <a:off x="3917950" y="2849880"/>
              <a:ext cx="318135" cy="3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3"/>
            </p:blipFill>
            <p:spPr>
              <a:xfrm>
                <a:off x="3917950" y="2849880"/>
                <a:ext cx="31813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3" name="墨迹 12"/>
              <p14:cNvContentPartPr/>
              <p14:nvPr/>
            </p14:nvContentPartPr>
            <p14:xfrm>
              <a:off x="4064635" y="2828925"/>
              <a:ext cx="71120" cy="29591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5"/>
            </p:blipFill>
            <p:spPr>
              <a:xfrm>
                <a:off x="4064635" y="2828925"/>
                <a:ext cx="71120" cy="295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4" name="墨迹 13"/>
              <p14:cNvContentPartPr/>
              <p14:nvPr/>
            </p14:nvContentPartPr>
            <p14:xfrm>
              <a:off x="4171950" y="3007360"/>
              <a:ext cx="139065" cy="6032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7"/>
            </p:blipFill>
            <p:spPr>
              <a:xfrm>
                <a:off x="4171950" y="3007360"/>
                <a:ext cx="139065" cy="60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5" name="墨迹 14"/>
              <p14:cNvContentPartPr/>
              <p14:nvPr/>
            </p14:nvContentPartPr>
            <p14:xfrm>
              <a:off x="4346575" y="2992755"/>
              <a:ext cx="82550" cy="7493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9"/>
            </p:blipFill>
            <p:spPr>
              <a:xfrm>
                <a:off x="4346575" y="2992755"/>
                <a:ext cx="8255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6" name="墨迹 15"/>
              <p14:cNvContentPartPr/>
              <p14:nvPr/>
            </p14:nvContentPartPr>
            <p14:xfrm>
              <a:off x="4525010" y="2803525"/>
              <a:ext cx="43180" cy="37147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1"/>
            </p:blipFill>
            <p:spPr>
              <a:xfrm>
                <a:off x="4525010" y="2803525"/>
                <a:ext cx="43180" cy="371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7" name="墨迹 16"/>
              <p14:cNvContentPartPr/>
              <p14:nvPr/>
            </p14:nvContentPartPr>
            <p14:xfrm>
              <a:off x="1314450" y="3829050"/>
              <a:ext cx="535305" cy="698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3"/>
            </p:blipFill>
            <p:spPr>
              <a:xfrm>
                <a:off x="1314450" y="3829050"/>
                <a:ext cx="53530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8" name="墨迹 17"/>
              <p14:cNvContentPartPr/>
              <p14:nvPr/>
            </p14:nvContentPartPr>
            <p14:xfrm>
              <a:off x="3093085" y="3564255"/>
              <a:ext cx="2232025" cy="27178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5"/>
            </p:blipFill>
            <p:spPr>
              <a:xfrm>
                <a:off x="3093085" y="3564255"/>
                <a:ext cx="2232025" cy="271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9" name="墨迹 18"/>
              <p14:cNvContentPartPr/>
              <p14:nvPr/>
            </p14:nvContentPartPr>
            <p14:xfrm>
              <a:off x="1360805" y="4157345"/>
              <a:ext cx="807085" cy="3556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7"/>
            </p:blipFill>
            <p:spPr>
              <a:xfrm>
                <a:off x="1360805" y="4157345"/>
                <a:ext cx="807085" cy="35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" name="墨迹 19"/>
              <p14:cNvContentPartPr/>
              <p14:nvPr/>
            </p14:nvContentPartPr>
            <p14:xfrm>
              <a:off x="5950585" y="3267710"/>
              <a:ext cx="132080" cy="46482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9"/>
            </p:blipFill>
            <p:spPr>
              <a:xfrm>
                <a:off x="5950585" y="3267710"/>
                <a:ext cx="132080" cy="464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1" name="墨迹 20"/>
              <p14:cNvContentPartPr/>
              <p14:nvPr/>
            </p14:nvContentPartPr>
            <p14:xfrm>
              <a:off x="6043295" y="3557270"/>
              <a:ext cx="182245" cy="16764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1"/>
            </p:blipFill>
            <p:spPr>
              <a:xfrm>
                <a:off x="6043295" y="3557270"/>
                <a:ext cx="182245" cy="167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2" name="墨迹 21"/>
              <p14:cNvContentPartPr/>
              <p14:nvPr/>
            </p14:nvContentPartPr>
            <p14:xfrm>
              <a:off x="6461125" y="3400425"/>
              <a:ext cx="325120" cy="6032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3"/>
            </p:blipFill>
            <p:spPr>
              <a:xfrm>
                <a:off x="6461125" y="3400425"/>
                <a:ext cx="325120" cy="60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3" name="墨迹 22"/>
              <p14:cNvContentPartPr/>
              <p14:nvPr/>
            </p14:nvContentPartPr>
            <p14:xfrm>
              <a:off x="6682740" y="3267710"/>
              <a:ext cx="149860" cy="21082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5"/>
            </p:blipFill>
            <p:spPr>
              <a:xfrm>
                <a:off x="6682740" y="3267710"/>
                <a:ext cx="149860" cy="210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4" name="墨迹 23"/>
              <p14:cNvContentPartPr/>
              <p14:nvPr/>
            </p14:nvContentPartPr>
            <p14:xfrm>
              <a:off x="7065010" y="3028950"/>
              <a:ext cx="235585" cy="87503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7"/>
            </p:blipFill>
            <p:spPr>
              <a:xfrm>
                <a:off x="7065010" y="3028950"/>
                <a:ext cx="235585" cy="875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5" name="墨迹 24"/>
              <p14:cNvContentPartPr/>
              <p14:nvPr/>
            </p14:nvContentPartPr>
            <p14:xfrm>
              <a:off x="6993255" y="2946400"/>
              <a:ext cx="925195" cy="80391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39"/>
            </p:blipFill>
            <p:spPr>
              <a:xfrm>
                <a:off x="6993255" y="2946400"/>
                <a:ext cx="925195" cy="803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6" name="墨迹 25"/>
              <p14:cNvContentPartPr/>
              <p14:nvPr/>
            </p14:nvContentPartPr>
            <p14:xfrm>
              <a:off x="7289800" y="3853815"/>
              <a:ext cx="492760" cy="11811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1"/>
            </p:blipFill>
            <p:spPr>
              <a:xfrm>
                <a:off x="7289800" y="3853815"/>
                <a:ext cx="492760" cy="1181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7" name="墨迹 26"/>
              <p14:cNvContentPartPr/>
              <p14:nvPr/>
            </p14:nvContentPartPr>
            <p14:xfrm>
              <a:off x="1614170" y="4229100"/>
              <a:ext cx="210820" cy="26416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3"/>
            </p:blipFill>
            <p:spPr>
              <a:xfrm>
                <a:off x="1614170" y="4229100"/>
                <a:ext cx="210820" cy="264160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278392" y="873251"/>
            <a:ext cx="8542079" cy="378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记忆编码</a:t>
            </a:r>
            <a:r>
              <a:rPr lang="en-US" altLang="zh-CN" sz="1600">
                <a:sym typeface="+mn-ea"/>
              </a:rPr>
              <a:t> (write)：</a:t>
            </a:r>
            <a:r>
              <a:rPr lang="zh-CN" altLang="en-US" sz="1600">
                <a:sym typeface="+mn-ea"/>
              </a:rPr>
              <a:t>什么信息值得记住？以什么形式存储？</a:t>
            </a:r>
            <a:endParaRPr lang="zh-CN" altLang="en-US" sz="1600"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6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编码</a:t>
            </a:r>
            <a:endParaRPr lang="zh-CN" altLang="en-US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755" y="1347470"/>
            <a:ext cx="4100830" cy="278574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78130" y="1275080"/>
          <a:ext cx="4318000" cy="3526155"/>
        </p:xfrm>
        <a:graphic>
          <a:graphicData uri="http://schemas.openxmlformats.org/drawingml/2006/table">
            <a:tbl>
              <a:tblPr/>
              <a:tblGrid>
                <a:gridCol w="1079500"/>
                <a:gridCol w="1079500"/>
                <a:gridCol w="1079500"/>
                <a:gridCol w="1079500"/>
              </a:tblGrid>
              <a:tr h="236220">
                <a:tc>
                  <a:txBody>
                    <a:bodyPr/>
                    <a:p>
                      <a:pPr marL="0" indent="0" fontAlgn="b"/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编码方式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适用场景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优点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缺点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3105"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Embedding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向量化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非结构化文本（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RAG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）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语义检索能力强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不擅长精确匹配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知识图谱三元组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结构化事实知识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推理路径清晰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构建成本高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6615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自然语言摘要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对话历史压缩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人类可读，灵活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摘要可能丢失细节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5210"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原始文本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元数据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日志记录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信息无损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检索效率低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1510665" y="1860550"/>
              <a:ext cx="510540" cy="9271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1510665" y="1860550"/>
                <a:ext cx="510540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295910" y="1860550"/>
              <a:ext cx="3714750" cy="8572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295910" y="1860550"/>
                <a:ext cx="3714750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8" name="墨迹 7"/>
              <p14:cNvContentPartPr/>
              <p14:nvPr/>
            </p14:nvContentPartPr>
            <p14:xfrm>
              <a:off x="353060" y="3178810"/>
              <a:ext cx="814705" cy="698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8"/>
            </p:blipFill>
            <p:spPr>
              <a:xfrm>
                <a:off x="353060" y="3178810"/>
                <a:ext cx="81470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9" name="墨迹 8"/>
              <p14:cNvContentPartPr/>
              <p14:nvPr/>
            </p14:nvContentPartPr>
            <p14:xfrm>
              <a:off x="1156970" y="2978785"/>
              <a:ext cx="46355" cy="21399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0"/>
            </p:blipFill>
            <p:spPr>
              <a:xfrm>
                <a:off x="1156970" y="2978785"/>
                <a:ext cx="46355" cy="21399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467622" y="915796"/>
            <a:ext cx="8542079" cy="378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记忆检索</a:t>
            </a:r>
            <a:r>
              <a:rPr lang="en-US" altLang="zh-CN" sz="1400">
                <a:sym typeface="+mn-ea"/>
              </a:rPr>
              <a:t> （read）：</a:t>
            </a:r>
            <a:r>
              <a:rPr lang="zh-CN" altLang="en-US" sz="1400">
                <a:sym typeface="+mn-ea"/>
              </a:rPr>
              <a:t>面对当前任务</a:t>
            </a:r>
            <a:r>
              <a:rPr lang="en-US" altLang="zh-CN" sz="1400">
                <a:sym typeface="+mn-ea"/>
              </a:rPr>
              <a:t>/</a:t>
            </a:r>
            <a:r>
              <a:rPr lang="zh-CN" altLang="en-US" sz="1400">
                <a:sym typeface="+mn-ea"/>
              </a:rPr>
              <a:t>问题，如何从海量记忆中精准取回最有用的信息</a:t>
            </a:r>
            <a:r>
              <a:rPr lang="en-US" altLang="zh-CN" sz="1400">
                <a:sym typeface="+mn-ea"/>
              </a:rPr>
              <a:t>？</a:t>
            </a:r>
            <a:endParaRPr lang="en-US" altLang="zh-CN" sz="1400"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14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14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M: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所有记忆集合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rec：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时效性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rel: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相关性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imp: 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重要性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Generative Agents 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的做法：直接让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LLM 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打分！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提取出的相关信息则根据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top-n，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被加入到模型的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context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注意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重要性与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无关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查询时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simp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是没有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参数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</a:t>
            </a: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其他方法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：Reranking（"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给定当前问题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Q</a:t>
            </a:r>
            <a:r>
              <a:rPr lang="zh-C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，以下哪些记忆最相关？请排序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"</a:t>
            </a:r>
            <a:r>
              <a:rPr lang="en-US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），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200150" lvl="2" indent="-28575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12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纯向量检索（最简单，很多系统用这种）</a:t>
            </a:r>
            <a:endParaRPr lang="zh-CN" altLang="en-US" sz="112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检索</a:t>
            </a:r>
            <a:endParaRPr lang="zh-CN" altLang="en-US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275080"/>
            <a:ext cx="4697730" cy="4438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2355850"/>
            <a:ext cx="1704975" cy="381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2787650"/>
            <a:ext cx="2066925" cy="352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596390" y="1685925"/>
              <a:ext cx="121285" cy="317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596390" y="1685925"/>
                <a:ext cx="121285" cy="3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1842770" y="1696085"/>
              <a:ext cx="114300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1842770" y="1696085"/>
                <a:ext cx="1143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" name="墨迹 8"/>
              <p14:cNvContentPartPr/>
              <p14:nvPr/>
            </p14:nvContentPartPr>
            <p14:xfrm>
              <a:off x="789305" y="2524760"/>
              <a:ext cx="6985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9"/>
            </p:blipFill>
            <p:spPr>
              <a:xfrm>
                <a:off x="789305" y="2524760"/>
                <a:ext cx="698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0" name="墨迹 9"/>
              <p14:cNvContentPartPr/>
              <p14:nvPr/>
            </p14:nvContentPartPr>
            <p14:xfrm>
              <a:off x="817880" y="2849880"/>
              <a:ext cx="3175" cy="762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817880" y="2849880"/>
                <a:ext cx="317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1" name="墨迹 10"/>
              <p14:cNvContentPartPr/>
              <p14:nvPr/>
            </p14:nvContentPartPr>
            <p14:xfrm>
              <a:off x="824865" y="3368040"/>
              <a:ext cx="6985" cy="36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9"/>
            </p:blipFill>
            <p:spPr>
              <a:xfrm>
                <a:off x="824865" y="3368040"/>
                <a:ext cx="698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2" name="墨迹 11"/>
              <p14:cNvContentPartPr/>
              <p14:nvPr/>
            </p14:nvContentPartPr>
            <p14:xfrm>
              <a:off x="1989455" y="3192780"/>
              <a:ext cx="1592580" cy="20764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4"/>
            </p:blipFill>
            <p:spPr>
              <a:xfrm>
                <a:off x="1989455" y="3192780"/>
                <a:ext cx="159258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3" name="墨迹 12"/>
              <p14:cNvContentPartPr/>
              <p14:nvPr/>
            </p14:nvContentPartPr>
            <p14:xfrm>
              <a:off x="842645" y="3996690"/>
              <a:ext cx="17780" cy="1536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6"/>
            </p:blipFill>
            <p:spPr>
              <a:xfrm>
                <a:off x="842645" y="3996690"/>
                <a:ext cx="17780" cy="153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4" name="墨迹 13"/>
              <p14:cNvContentPartPr/>
              <p14:nvPr/>
            </p14:nvContentPartPr>
            <p14:xfrm>
              <a:off x="4925060" y="4039235"/>
              <a:ext cx="10795" cy="11112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8"/>
            </p:blipFill>
            <p:spPr>
              <a:xfrm>
                <a:off x="4925060" y="4039235"/>
                <a:ext cx="10795" cy="111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5" name="墨迹 14"/>
              <p14:cNvContentPartPr/>
              <p14:nvPr/>
            </p14:nvContentPartPr>
            <p14:xfrm>
              <a:off x="288925" y="1171575"/>
              <a:ext cx="878840" cy="327850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0"/>
            </p:blipFill>
            <p:spPr>
              <a:xfrm>
                <a:off x="288925" y="1171575"/>
                <a:ext cx="878840" cy="3278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6" name="墨迹 15"/>
              <p14:cNvContentPartPr/>
              <p14:nvPr/>
            </p14:nvContentPartPr>
            <p14:xfrm>
              <a:off x="838835" y="3067685"/>
              <a:ext cx="553720" cy="10033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2"/>
            </p:blipFill>
            <p:spPr>
              <a:xfrm>
                <a:off x="838835" y="3067685"/>
                <a:ext cx="553720" cy="100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7" name="墨迹 16"/>
              <p14:cNvContentPartPr/>
              <p14:nvPr/>
            </p14:nvContentPartPr>
            <p14:xfrm>
              <a:off x="7761605" y="3203575"/>
              <a:ext cx="6985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9"/>
            </p:blipFill>
            <p:spPr>
              <a:xfrm>
                <a:off x="7761605" y="3203575"/>
                <a:ext cx="6985" cy="360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350147" y="873251"/>
            <a:ext cx="8542079" cy="378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去重和合并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记忆聚合、重复条目合并，或者把多条相似经验压缩成一条更通用的记录。这既节省空间，也提升检索质量。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遗忘策略。基于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FIFO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删最旧的，基于重要性删最不重要的，或者基于时间衰减淘汰长期不用的记忆。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知识更新。语义相近的旧条目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如果满足一些规则判断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比如同一个实体、同一个属性位上出现不同值，就认为冲突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可以做旧记忆失效，新记忆替代旧记忆。更稳妥的是版本化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压缩。保留关键信息，减少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token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和存储负担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摘要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结构化压缩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组织结构优化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随着记忆增加，系统可能要重新建索引、重建向量库、按主题分桶、建立层级结构或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key-value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结构，让后续检索更高效。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错的记得住，对的记不住。主要压缩掉</a:t>
            </a:r>
            <a:r>
              <a:rPr lang="zh-CN" altLang="en-US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做得好的</a:t>
            </a:r>
            <a:endParaRPr lang="zh-CN" altLang="en-US" sz="12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反思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机制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管理与反思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2114550" y="499745"/>
              <a:ext cx="756920" cy="3429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2114550" y="499745"/>
                <a:ext cx="756920" cy="342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760730" y="3903980"/>
              <a:ext cx="692785" cy="12128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760730" y="3903980"/>
                <a:ext cx="692785" cy="121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1589405" y="2075180"/>
              <a:ext cx="685800" cy="641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1589405" y="2075180"/>
                <a:ext cx="685800" cy="64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6464935" y="2150110"/>
              <a:ext cx="99695" cy="1714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6464935" y="2150110"/>
                <a:ext cx="9969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6929120" y="2139315"/>
              <a:ext cx="118110" cy="2571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6929120" y="2139315"/>
                <a:ext cx="11811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5911215" y="2328545"/>
              <a:ext cx="1604010" cy="3937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5911215" y="2328545"/>
                <a:ext cx="1604010" cy="39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5861050" y="2114550"/>
              <a:ext cx="57150" cy="2603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5861050" y="2114550"/>
                <a:ext cx="5715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5904230" y="2085975"/>
              <a:ext cx="1853565" cy="27813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5904230" y="2085975"/>
                <a:ext cx="1853565" cy="278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6232525" y="2196465"/>
              <a:ext cx="92710" cy="12827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6232525" y="2196465"/>
                <a:ext cx="92710" cy="128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6811010" y="2214245"/>
              <a:ext cx="111125" cy="1003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0"/>
            </p:blipFill>
            <p:spPr>
              <a:xfrm>
                <a:off x="6811010" y="2214245"/>
                <a:ext cx="111125" cy="100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4" name="墨迹 13"/>
              <p14:cNvContentPartPr/>
              <p14:nvPr/>
            </p14:nvContentPartPr>
            <p14:xfrm>
              <a:off x="6579235" y="2442845"/>
              <a:ext cx="171450" cy="12128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2"/>
            </p:blipFill>
            <p:spPr>
              <a:xfrm>
                <a:off x="6579235" y="2442845"/>
                <a:ext cx="171450" cy="121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5" name="墨迹 14"/>
              <p14:cNvContentPartPr/>
              <p14:nvPr/>
            </p14:nvContentPartPr>
            <p14:xfrm>
              <a:off x="6693535" y="2428875"/>
              <a:ext cx="57150" cy="698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4"/>
            </p:blipFill>
            <p:spPr>
              <a:xfrm>
                <a:off x="6693535" y="2428875"/>
                <a:ext cx="57150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6" name="墨迹 15"/>
              <p14:cNvContentPartPr/>
              <p14:nvPr/>
            </p14:nvContentPartPr>
            <p14:xfrm>
              <a:off x="6775450" y="2414270"/>
              <a:ext cx="32385" cy="10350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6"/>
            </p:blipFill>
            <p:spPr>
              <a:xfrm>
                <a:off x="6775450" y="2414270"/>
                <a:ext cx="32385" cy="10350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 bwMode="auto">
          <a:xfrm>
            <a:off x="350147" y="873251"/>
            <a:ext cx="8542079" cy="378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altLang="zh-CN" sz="12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Generative Agents: Interactive Simulacra of Human Behavior" — Park et al., 2023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在小镇中，每个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Agent 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都有一个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记忆流</a:t>
            </a:r>
            <a:r>
              <a:rPr lang="en-US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。这是一个包含了所有过去经历的按时间排序的列表。</a:t>
            </a: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zh-CN" altLang="en-US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管理与反思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1347470"/>
            <a:ext cx="5467985" cy="2055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4" name="墨迹 3"/>
              <p14:cNvContentPartPr/>
              <p14:nvPr/>
            </p14:nvContentPartPr>
            <p14:xfrm>
              <a:off x="717550" y="1014095"/>
              <a:ext cx="100330" cy="14287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3"/>
            </p:blipFill>
            <p:spPr>
              <a:xfrm>
                <a:off x="717550" y="1014095"/>
                <a:ext cx="100330" cy="142875"/>
              </a:xfrm>
              <a:prstGeom prst="rect"/>
            </p:spPr>
          </p:pic>
        </mc:Fallback>
      </mc:AlternateContent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</a:t>
            </a:r>
            <a:r>
              <a:rPr lang="en-US" altLang="zh-CN" dirty="0">
                <a:latin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管理与反思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05" y="3363595"/>
            <a:ext cx="4271645" cy="16059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915670"/>
            <a:ext cx="8086090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AutoNum type="arabicPeriod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观察（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Observation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Agent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每一刻都在感知环境，比如“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John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走进咖啡馆看到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Alice”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AutoNum type="arabicPeriod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存入记忆流：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每一个观察被打包成一个“记忆对象”，包含：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内容（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Content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描述具体发生了什么。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时间戳（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Timestamp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创建时间。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最后访问时间（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Last Access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用于计算时效性。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重要性评分（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Importance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由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LLM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自动打分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lvl="1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检索（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Retrieve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当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Agent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需要做决定时，它会拿着当前任务（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Query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）去检索记忆流。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lvl="1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◦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公式：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 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Score=α⋅Recency+β⋅Importance+γ⋅Relevance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Score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=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α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⋅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Recency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+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β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⋅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Importance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+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γ</a:t>
            </a:r>
            <a:r>
              <a:rPr lang="en-US" altLang="zh-CN" sz="1000" b="0" i="0">
                <a:solidFill>
                  <a:srgbClr val="2E2B29"/>
                </a:solidFill>
                <a:latin typeface="katex_main"/>
                <a:ea typeface="katex_main"/>
              </a:rPr>
              <a:t>⋅</a:t>
            </a:r>
            <a:r>
              <a:rPr lang="en-US" altLang="zh-CN" sz="1000" b="0" i="1">
                <a:solidFill>
                  <a:srgbClr val="2E2B29"/>
                </a:solidFill>
                <a:latin typeface="KaTeX_Math"/>
                <a:ea typeface="KaTeX_Math"/>
              </a:rPr>
              <a:t>Relevance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lvl="1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◦"/>
            </a:pP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Agent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会取出得分最高的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Top-K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记忆，放入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Prompt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中作为上下文，让 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LLM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基于这些“回忆”做出决定。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memory-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管理与</a:t>
            </a:r>
            <a:r>
              <a:rPr lang="zh-CN" altLang="en-US" dirty="0">
                <a:latin typeface="微软雅黑" panose="020B0503020204020204" pitchFamily="34" charset="-122"/>
                <a:sym typeface="+mn-ea"/>
              </a:rPr>
              <a:t>反思</a:t>
            </a:r>
            <a:endParaRPr lang="zh-CN" altLang="en-US" dirty="0"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3723640"/>
            <a:ext cx="3823335" cy="1437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915670"/>
            <a:ext cx="8086090" cy="31692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反思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是该论文最精妙的设计，它解决了记忆碎片化的问题。如果没有反思，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永远只能看到零散的观察（比如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“John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昨天喝咖啡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、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“John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前天喝咖啡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），而无法理解更深层的动机。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动量更新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AutoNum type="arabicPeriod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触发条件：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当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 Agent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感知到的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重要性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累积值达到一定阈值（例如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 150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分）时，系统就会自动触发反思。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AutoNum type="arabicPeriod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设计逻辑：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这模拟了人类在处理完大量琐事后，静下来思考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这对我意味着什么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的过程。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AutoNum type="arabicPeriod"/>
            </a:pP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第一步：提问（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Identify Questions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检索最近的记忆流，问自己：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最近这些记忆里，有什么值得注意的主题或问题？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endParaRPr lang="en-US" altLang="zh-CN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例如：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John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看到自己的记忆流里有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买了画具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、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在画廊待了很久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、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讨论莫奈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会生成问题：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“John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最近对什么感兴趣？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endParaRPr lang="en-US" altLang="zh-CN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第二步：检索（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Query Memory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Agent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用生成的这些问题去检索相关的原始记忆。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第三步：总结（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Generate Insights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）。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对检索到的这些原始记忆进行综合分析，写下一条新的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反思记录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例如：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LLM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得出结论：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“John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对艺术创作有浓厚的兴趣。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” 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这条反思被写回</a:t>
            </a:r>
            <a:r>
              <a:rPr lang="en-US" altLang="zh-CN" sz="1000" b="0" i="0">
                <a:solidFill>
                  <a:srgbClr val="2E2B29"/>
                </a:solidFill>
                <a:latin typeface="Inter"/>
                <a:ea typeface="Inter"/>
              </a:rPr>
              <a:t> Memory Stream</a:t>
            </a:r>
            <a:r>
              <a:rPr lang="zh-CN" altLang="en-US" sz="1000" b="0" i="0">
                <a:solidFill>
                  <a:srgbClr val="2E2B29"/>
                </a:solidFill>
                <a:latin typeface="Inter"/>
                <a:ea typeface="Inter"/>
              </a:rPr>
              <a:t>，其地位等同于原始观察，且通常被赋予更高的重要性分数。</a:t>
            </a:r>
            <a:endParaRPr lang="zh-CN" altLang="en-US" sz="1000" b="0" i="0">
              <a:solidFill>
                <a:srgbClr val="2E2B29"/>
              </a:solidFill>
              <a:latin typeface="Inter"/>
              <a:ea typeface="Inter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5" y="4140835"/>
            <a:ext cx="2651125" cy="8350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FF0000"/>
                </a:solidFill>
                <a:latin typeface="Inter"/>
                <a:ea typeface="Inter"/>
              </a:rPr>
              <a:t>没有反思时：</a:t>
            </a:r>
            <a:r>
              <a:rPr lang="en-US" altLang="zh-CN" sz="900" b="0" i="0">
                <a:solidFill>
                  <a:srgbClr val="FF0000"/>
                </a:solidFill>
                <a:latin typeface="Inter"/>
                <a:ea typeface="Inter"/>
              </a:rPr>
              <a:t> Agent </a:t>
            </a:r>
            <a:r>
              <a:rPr lang="zh-CN" altLang="en-US" sz="900" b="0" i="0">
                <a:solidFill>
                  <a:srgbClr val="FF0000"/>
                </a:solidFill>
                <a:latin typeface="Inter"/>
                <a:ea typeface="Inter"/>
              </a:rPr>
              <a:t>仅仅是基于“我昨天去过画廊”这个行为去行动。</a:t>
            </a:r>
            <a:endParaRPr lang="zh-CN" altLang="en-US" sz="900" b="0" i="0">
              <a:solidFill>
                <a:srgbClr val="FF0000"/>
              </a:solidFill>
              <a:latin typeface="Inter"/>
              <a:ea typeface="Inter"/>
            </a:endParaRPr>
          </a:p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FF0000"/>
                </a:solidFill>
                <a:latin typeface="Inter"/>
                <a:ea typeface="Inter"/>
              </a:rPr>
              <a:t>有了反思后：</a:t>
            </a:r>
            <a:r>
              <a:rPr lang="en-US" altLang="zh-CN" sz="900" b="0" i="0">
                <a:solidFill>
                  <a:srgbClr val="FF0000"/>
                </a:solidFill>
                <a:latin typeface="Inter"/>
                <a:ea typeface="Inter"/>
              </a:rPr>
              <a:t> Agent </a:t>
            </a:r>
            <a:r>
              <a:rPr lang="zh-CN" altLang="en-US" sz="900" b="0" i="0">
                <a:solidFill>
                  <a:srgbClr val="FF0000"/>
                </a:solidFill>
                <a:latin typeface="Inter"/>
                <a:ea typeface="Inter"/>
              </a:rPr>
              <a:t>会检索到“我是一个热爱艺术的人”这一抽象认知，于是它可能会主动去查询画展信息、主动去买画具。</a:t>
            </a:r>
            <a:endParaRPr lang="zh-CN" altLang="en-US" sz="900" b="0" i="0">
              <a:solidFill>
                <a:srgbClr val="FF000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sym typeface="+mn-ea"/>
              </a:rPr>
              <a:t>memory-rag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040" y="915670"/>
            <a:ext cx="8086090" cy="263525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论文：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"Retrieval-Augmented Generation for Knowledge-Intensive NLP Tasks"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Lewis et al., NeurIPS 2020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）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RAG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（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Retrieval-Augmented Generation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，检索增强生成），简单说就是：</a:t>
            </a:r>
            <a:endParaRPr lang="en-US" altLang="zh-CN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在大模型生成回答之前，先去外部知识源里检索相关信息，再把检索结果连同问题一起喂给模型生成答案。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如果把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Agent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的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Memory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分成短期记忆和长期记忆，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RAG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对应的就是长期记忆中的语义记忆。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离线阶段（建库）：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文档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切片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(Chunking)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向量化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(Embedding)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存入向量数据库（高维数组）</a:t>
            </a:r>
            <a:endParaRPr lang="en-US" altLang="zh-CN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在线阶段（查询）：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用户问题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向量化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从向量库检索相似片段（找到原文字）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拼进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prompt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调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LLM </a:t>
            </a:r>
            <a:r>
              <a:rPr lang="en-US" altLang="en-US" sz="1200" b="0" i="0">
                <a:solidFill>
                  <a:srgbClr val="2E2B29"/>
                </a:solidFill>
                <a:latin typeface="Inter"/>
                <a:ea typeface="Inter"/>
              </a:rPr>
              <a:t>→</a:t>
            </a:r>
            <a:r>
              <a:rPr lang="en-US" altLang="zh-CN" sz="1200" b="0" i="0">
                <a:solidFill>
                  <a:srgbClr val="2E2B29"/>
                </a:solidFill>
                <a:latin typeface="Inter"/>
                <a:ea typeface="Inter"/>
              </a:rPr>
              <a:t> </a:t>
            </a:r>
            <a:r>
              <a:rPr lang="zh-CN" altLang="en-US" sz="1200" b="0" i="0">
                <a:solidFill>
                  <a:srgbClr val="2E2B29"/>
                </a:solidFill>
                <a:latin typeface="Inter"/>
                <a:ea typeface="Inter"/>
              </a:rPr>
              <a:t>回答</a:t>
            </a: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zh-CN" altLang="en-US" sz="1200" b="0" i="0">
              <a:solidFill>
                <a:srgbClr val="2E2B29"/>
              </a:solidFill>
              <a:latin typeface="Inter"/>
              <a:ea typeface="Inter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3507740"/>
            <a:ext cx="4796155" cy="15665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40080" y="1328420"/>
          <a:ext cx="7863840" cy="256667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314325">
                <a:tc>
                  <a:txBody>
                    <a:bodyPr/>
                    <a:p>
                      <a:pPr marL="0" indent="0" fontAlgn="b"/>
                      <a:r>
                        <a:rPr lang="en-US" altLang="zh-CN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Agent </a:t>
                      </a:r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模块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Overcooked </a:t>
                      </a:r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中的映射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zh-CN" altLang="en-US" sz="1100" b="0" i="0">
                          <a:solidFill>
                            <a:srgbClr val="252523"/>
                          </a:solidFill>
                          <a:latin typeface="Inter"/>
                          <a:ea typeface="Inter"/>
                        </a:rPr>
                        <a:t>解决的核心问题</a:t>
                      </a:r>
                      <a:endParaRPr lang="zh-CN" altLang="en-US" sz="1100" b="0" i="0">
                        <a:solidFill>
                          <a:srgbClr val="252523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650"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Planning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（规划）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菜谱分解、子任务序列生成（取食材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切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煮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装盘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→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送餐）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长视野任务需要多步骤有序完成，单次 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LLM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调用无法一步到位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5655"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Memory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（记忆）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短期：当前厨房状态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队友位置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锅的状态；长期：历史成功协作模式、失败经验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上下文窗口有限，无法记住全局历史；需要跨 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episode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学习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8040"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Tool Calling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（工具调用）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LLM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输出的高层决策 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→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调用 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RL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底层策略执行具体动作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LLM 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不直接控制网格移动，需要一个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"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执行器</a:t>
                      </a:r>
                      <a:r>
                        <a:rPr lang="en-US" altLang="zh-CN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"</a:t>
                      </a:r>
                      <a:r>
                        <a:rPr lang="zh-CN" altLang="en-US" sz="1100" b="0" i="0">
                          <a:solidFill>
                            <a:srgbClr val="2E2B29"/>
                          </a:solidFill>
                          <a:latin typeface="Inter"/>
                          <a:ea typeface="Inter"/>
                        </a:rPr>
                        <a:t>来转化语言决策为环境动作</a:t>
                      </a:r>
                      <a:endParaRPr lang="zh-CN" altLang="en-US" sz="1100" b="0" i="0">
                        <a:solidFill>
                          <a:srgbClr val="2E2B29"/>
                        </a:solidFill>
                        <a:latin typeface="Inter"/>
                        <a:ea typeface="Inter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PA" val="v5.2.5"/>
</p:tagLst>
</file>

<file path=ppt/tags/tag2.xml><?xml version="1.0" encoding="utf-8"?>
<p:tagLst xmlns:p="http://schemas.openxmlformats.org/presentationml/2006/main">
  <p:tag name="TABLE_ENDDRAG_ORIGIN_RECT" val="619*123"/>
  <p:tag name="TABLE_ENDDRAG_RECT" val="42*106*619*123"/>
</p:tagLst>
</file>

<file path=ppt/tags/tag3.xml><?xml version="1.0" encoding="utf-8"?>
<p:tagLst xmlns:p="http://schemas.openxmlformats.org/presentationml/2006/main">
  <p:tag name="TABLE_ENDDRAG_ORIGIN_RECT" val="340*277"/>
  <p:tag name="TABLE_ENDDRAG_RECT" val="21*100*340*277"/>
</p:tagLst>
</file>

<file path=ppt/tags/tag4.xml><?xml version="1.0" encoding="utf-8"?>
<p:tagLst xmlns:p="http://schemas.openxmlformats.org/presentationml/2006/main">
  <p:tag name="TABLE_ENDDRAG_ORIGIN_RECT" val="619*173"/>
  <p:tag name="TABLE_ENDDRAG_RECT" val="50*88*619*173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6985</Words>
  <Application>WPS 演示</Application>
  <PresentationFormat>全屏显示(16:9)</PresentationFormat>
  <Paragraphs>383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9" baseType="lpstr">
      <vt:lpstr>Arial</vt:lpstr>
      <vt:lpstr>宋体</vt:lpstr>
      <vt:lpstr>Wingdings</vt:lpstr>
      <vt:lpstr>Trebuchet MS</vt:lpstr>
      <vt:lpstr>Times New Roman</vt:lpstr>
      <vt:lpstr>微软雅黑</vt:lpstr>
      <vt:lpstr>Arial</vt:lpstr>
      <vt:lpstr>Heiti SC Medium</vt:lpstr>
      <vt:lpstr>黑体</vt:lpstr>
      <vt:lpstr>Inter</vt:lpstr>
      <vt:lpstr>Segoe Print</vt:lpstr>
      <vt:lpstr>-apple-system</vt:lpstr>
      <vt:lpstr>Arial Unicode MS</vt:lpstr>
      <vt:lpstr>baselGroteskMono</vt:lpstr>
      <vt:lpstr>katex_main</vt:lpstr>
      <vt:lpstr>KaTeX_Math</vt:lpstr>
      <vt:lpstr>-apple-system</vt:lpstr>
      <vt:lpstr>Heiti SC Medium</vt:lpstr>
      <vt:lpstr>Inter</vt:lpstr>
      <vt:lpstr>KaTeX_Math</vt:lpstr>
      <vt:lpstr>Wingdings</vt:lpstr>
      <vt:lpstr>baselGroteskMono</vt:lpstr>
      <vt:lpstr>katex_main</vt:lpstr>
      <vt:lpstr>Mona Medium</vt:lpstr>
      <vt:lpstr>Be Happy</vt:lpstr>
      <vt:lpstr>Blues</vt:lpstr>
      <vt:lpstr>默认设计模板</vt:lpstr>
      <vt:lpstr>PowerPoint 演示文稿</vt:lpstr>
      <vt:lpstr>基本概念&amp;引言</vt:lpstr>
      <vt:lpstr>整体框架</vt:lpstr>
      <vt:lpstr>规划 planning</vt:lpstr>
      <vt:lpstr>规划 planning </vt:lpstr>
      <vt:lpstr>规划 planning Rexxx</vt:lpstr>
      <vt:lpstr>规划 planning Rexxx</vt:lpstr>
      <vt:lpstr>规划 planning Rexxx</vt:lpstr>
      <vt:lpstr>规划 planning Rexxx</vt:lpstr>
      <vt:lpstr>规划 planning Rexxx</vt:lpstr>
      <vt:lpstr>规划 planning Rexxx</vt:lpstr>
      <vt:lpstr>memory</vt:lpstr>
      <vt:lpstr>memory</vt:lpstr>
      <vt:lpstr>memory</vt:lpstr>
      <vt:lpstr>memory-编码</vt:lpstr>
      <vt:lpstr>memory-检索</vt:lpstr>
      <vt:lpstr>memory-管理与反思</vt:lpstr>
      <vt:lpstr>memory-管理与反思</vt:lpstr>
      <vt:lpstr>memory-管理与反思</vt:lpstr>
      <vt:lpstr>memory-管理与反思</vt:lpstr>
      <vt:lpstr>memory-rag</vt:lpstr>
      <vt:lpstr>工作结合</vt:lpstr>
    </vt:vector>
  </TitlesOfParts>
  <Company>Global Intelligence Alliance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夏末</cp:lastModifiedBy>
  <cp:revision>2962</cp:revision>
  <dcterms:created xsi:type="dcterms:W3CDTF">2026-03-18T10:33:00Z</dcterms:created>
  <dcterms:modified xsi:type="dcterms:W3CDTF">2026-03-18T13:24:45Z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AE8191E201BDD0E06B7EBA69A93200BA_43</vt:lpwstr>
  </property>
  <property fmtid="{D5CDD505-2E9C-101B-9397-08002B2CF9AE}" pid="3" name="KSOProductBuildVer">
    <vt:lpwstr>2052-12.1.0.25225</vt:lpwstr>
  </property>
</Properties>
</file>